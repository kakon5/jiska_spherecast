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9" r:id="rId4"/>
    <p:sldId id="268" r:id="rId5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D1B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D1B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D1B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D1B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10224" y="1686826"/>
            <a:ext cx="2214245" cy="342265"/>
          </a:xfrm>
          <a:custGeom>
            <a:avLst/>
            <a:gdLst/>
            <a:ahLst/>
            <a:cxnLst/>
            <a:rect l="l" t="t" r="r" b="b"/>
            <a:pathLst>
              <a:path w="2214245" h="342264">
                <a:moveTo>
                  <a:pt x="268211" y="6083"/>
                </a:moveTo>
                <a:lnTo>
                  <a:pt x="0" y="6083"/>
                </a:lnTo>
                <a:lnTo>
                  <a:pt x="0" y="56883"/>
                </a:lnTo>
                <a:lnTo>
                  <a:pt x="106591" y="56883"/>
                </a:lnTo>
                <a:lnTo>
                  <a:pt x="106591" y="335013"/>
                </a:lnTo>
                <a:lnTo>
                  <a:pt x="161620" y="335013"/>
                </a:lnTo>
                <a:lnTo>
                  <a:pt x="161620" y="56883"/>
                </a:lnTo>
                <a:lnTo>
                  <a:pt x="268211" y="56883"/>
                </a:lnTo>
                <a:lnTo>
                  <a:pt x="268211" y="6083"/>
                </a:lnTo>
                <a:close/>
              </a:path>
              <a:path w="2214245" h="342264">
                <a:moveTo>
                  <a:pt x="492810" y="205333"/>
                </a:moveTo>
                <a:lnTo>
                  <a:pt x="491363" y="185293"/>
                </a:lnTo>
                <a:lnTo>
                  <a:pt x="491337" y="185166"/>
                </a:lnTo>
                <a:lnTo>
                  <a:pt x="487883" y="166738"/>
                </a:lnTo>
                <a:lnTo>
                  <a:pt x="482358" y="149656"/>
                </a:lnTo>
                <a:lnTo>
                  <a:pt x="474954" y="134239"/>
                </a:lnTo>
                <a:lnTo>
                  <a:pt x="471639" y="129311"/>
                </a:lnTo>
                <a:lnTo>
                  <a:pt x="465823" y="120662"/>
                </a:lnTo>
                <a:lnTo>
                  <a:pt x="454977" y="108940"/>
                </a:lnTo>
                <a:lnTo>
                  <a:pt x="442404" y="99060"/>
                </a:lnTo>
                <a:lnTo>
                  <a:pt x="436092" y="95567"/>
                </a:lnTo>
                <a:lnTo>
                  <a:pt x="436092" y="185166"/>
                </a:lnTo>
                <a:lnTo>
                  <a:pt x="315137" y="185166"/>
                </a:lnTo>
                <a:lnTo>
                  <a:pt x="338569" y="141097"/>
                </a:lnTo>
                <a:lnTo>
                  <a:pt x="379539" y="129311"/>
                </a:lnTo>
                <a:lnTo>
                  <a:pt x="393484" y="130467"/>
                </a:lnTo>
                <a:lnTo>
                  <a:pt x="429475" y="158496"/>
                </a:lnTo>
                <a:lnTo>
                  <a:pt x="436092" y="185166"/>
                </a:lnTo>
                <a:lnTo>
                  <a:pt x="436092" y="95567"/>
                </a:lnTo>
                <a:lnTo>
                  <a:pt x="428269" y="91224"/>
                </a:lnTo>
                <a:lnTo>
                  <a:pt x="412686" y="85623"/>
                </a:lnTo>
                <a:lnTo>
                  <a:pt x="395693" y="82270"/>
                </a:lnTo>
                <a:lnTo>
                  <a:pt x="377253" y="81153"/>
                </a:lnTo>
                <a:lnTo>
                  <a:pt x="358038" y="82270"/>
                </a:lnTo>
                <a:lnTo>
                  <a:pt x="359130" y="82270"/>
                </a:lnTo>
                <a:lnTo>
                  <a:pt x="343090" y="85255"/>
                </a:lnTo>
                <a:lnTo>
                  <a:pt x="300202" y="106616"/>
                </a:lnTo>
                <a:lnTo>
                  <a:pt x="270027" y="143827"/>
                </a:lnTo>
                <a:lnTo>
                  <a:pt x="255397" y="194551"/>
                </a:lnTo>
                <a:lnTo>
                  <a:pt x="254419" y="214122"/>
                </a:lnTo>
                <a:lnTo>
                  <a:pt x="255422" y="232359"/>
                </a:lnTo>
                <a:lnTo>
                  <a:pt x="270332" y="280466"/>
                </a:lnTo>
                <a:lnTo>
                  <a:pt x="301167" y="316598"/>
                </a:lnTo>
                <a:lnTo>
                  <a:pt x="345135" y="337693"/>
                </a:lnTo>
                <a:lnTo>
                  <a:pt x="380314" y="341757"/>
                </a:lnTo>
                <a:lnTo>
                  <a:pt x="397802" y="340601"/>
                </a:lnTo>
                <a:lnTo>
                  <a:pt x="445706" y="323278"/>
                </a:lnTo>
                <a:lnTo>
                  <a:pt x="479285" y="290169"/>
                </a:lnTo>
                <a:lnTo>
                  <a:pt x="489496" y="271348"/>
                </a:lnTo>
                <a:lnTo>
                  <a:pt x="435013" y="254965"/>
                </a:lnTo>
                <a:lnTo>
                  <a:pt x="430593" y="262991"/>
                </a:lnTo>
                <a:lnTo>
                  <a:pt x="425335" y="270027"/>
                </a:lnTo>
                <a:lnTo>
                  <a:pt x="387083" y="289598"/>
                </a:lnTo>
                <a:lnTo>
                  <a:pt x="377253" y="290169"/>
                </a:lnTo>
                <a:lnTo>
                  <a:pt x="362445" y="288874"/>
                </a:lnTo>
                <a:lnTo>
                  <a:pt x="329234" y="269595"/>
                </a:lnTo>
                <a:lnTo>
                  <a:pt x="313753" y="229171"/>
                </a:lnTo>
                <a:lnTo>
                  <a:pt x="313613" y="226847"/>
                </a:lnTo>
                <a:lnTo>
                  <a:pt x="437527" y="226847"/>
                </a:lnTo>
                <a:lnTo>
                  <a:pt x="465264" y="226847"/>
                </a:lnTo>
                <a:lnTo>
                  <a:pt x="492213" y="226847"/>
                </a:lnTo>
                <a:lnTo>
                  <a:pt x="492772" y="206730"/>
                </a:lnTo>
                <a:lnTo>
                  <a:pt x="492810" y="205333"/>
                </a:lnTo>
                <a:close/>
              </a:path>
              <a:path w="2214245" h="342264">
                <a:moveTo>
                  <a:pt x="742784" y="334899"/>
                </a:moveTo>
                <a:lnTo>
                  <a:pt x="742759" y="281330"/>
                </a:lnTo>
                <a:lnTo>
                  <a:pt x="742721" y="210693"/>
                </a:lnTo>
                <a:lnTo>
                  <a:pt x="742708" y="181432"/>
                </a:lnTo>
                <a:lnTo>
                  <a:pt x="738733" y="140220"/>
                </a:lnTo>
                <a:lnTo>
                  <a:pt x="718007" y="106019"/>
                </a:lnTo>
                <a:lnTo>
                  <a:pt x="683247" y="87172"/>
                </a:lnTo>
                <a:lnTo>
                  <a:pt x="638314" y="81153"/>
                </a:lnTo>
                <a:lnTo>
                  <a:pt x="617601" y="82334"/>
                </a:lnTo>
                <a:lnTo>
                  <a:pt x="568883" y="100126"/>
                </a:lnTo>
                <a:lnTo>
                  <a:pt x="539559" y="135483"/>
                </a:lnTo>
                <a:lnTo>
                  <a:pt x="533933" y="150342"/>
                </a:lnTo>
                <a:lnTo>
                  <a:pt x="584288" y="166116"/>
                </a:lnTo>
                <a:lnTo>
                  <a:pt x="587984" y="157378"/>
                </a:lnTo>
                <a:lnTo>
                  <a:pt x="592836" y="150012"/>
                </a:lnTo>
                <a:lnTo>
                  <a:pt x="598843" y="144030"/>
                </a:lnTo>
                <a:lnTo>
                  <a:pt x="606031" y="139420"/>
                </a:lnTo>
                <a:lnTo>
                  <a:pt x="613854" y="136004"/>
                </a:lnTo>
                <a:lnTo>
                  <a:pt x="621614" y="133616"/>
                </a:lnTo>
                <a:lnTo>
                  <a:pt x="621474" y="133616"/>
                </a:lnTo>
                <a:lnTo>
                  <a:pt x="629932" y="132080"/>
                </a:lnTo>
                <a:lnTo>
                  <a:pt x="638175" y="131597"/>
                </a:lnTo>
                <a:lnTo>
                  <a:pt x="651027" y="132359"/>
                </a:lnTo>
                <a:lnTo>
                  <a:pt x="686155" y="159219"/>
                </a:lnTo>
                <a:lnTo>
                  <a:pt x="688479" y="173380"/>
                </a:lnTo>
                <a:lnTo>
                  <a:pt x="688086" y="173443"/>
                </a:lnTo>
                <a:lnTo>
                  <a:pt x="688086" y="218528"/>
                </a:lnTo>
                <a:lnTo>
                  <a:pt x="682637" y="256590"/>
                </a:lnTo>
                <a:lnTo>
                  <a:pt x="682523" y="256870"/>
                </a:lnTo>
                <a:lnTo>
                  <a:pt x="680732" y="262610"/>
                </a:lnTo>
                <a:lnTo>
                  <a:pt x="650773" y="291134"/>
                </a:lnTo>
                <a:lnTo>
                  <a:pt x="618807" y="297789"/>
                </a:lnTo>
                <a:lnTo>
                  <a:pt x="610120" y="297789"/>
                </a:lnTo>
                <a:lnTo>
                  <a:pt x="579107" y="272567"/>
                </a:lnTo>
                <a:lnTo>
                  <a:pt x="579107" y="261239"/>
                </a:lnTo>
                <a:lnTo>
                  <a:pt x="580224" y="256870"/>
                </a:lnTo>
                <a:lnTo>
                  <a:pt x="580288" y="256590"/>
                </a:lnTo>
                <a:lnTo>
                  <a:pt x="615556" y="231902"/>
                </a:lnTo>
                <a:lnTo>
                  <a:pt x="688086" y="218528"/>
                </a:lnTo>
                <a:lnTo>
                  <a:pt x="688086" y="173443"/>
                </a:lnTo>
                <a:lnTo>
                  <a:pt x="648030" y="179260"/>
                </a:lnTo>
                <a:lnTo>
                  <a:pt x="606513" y="186651"/>
                </a:lnTo>
                <a:lnTo>
                  <a:pt x="563524" y="201028"/>
                </a:lnTo>
                <a:lnTo>
                  <a:pt x="534428" y="228269"/>
                </a:lnTo>
                <a:lnTo>
                  <a:pt x="525348" y="261239"/>
                </a:lnTo>
                <a:lnTo>
                  <a:pt x="525284" y="262610"/>
                </a:lnTo>
                <a:lnTo>
                  <a:pt x="534555" y="304507"/>
                </a:lnTo>
                <a:lnTo>
                  <a:pt x="562521" y="331597"/>
                </a:lnTo>
                <a:lnTo>
                  <a:pt x="607910" y="341757"/>
                </a:lnTo>
                <a:lnTo>
                  <a:pt x="623862" y="340969"/>
                </a:lnTo>
                <a:lnTo>
                  <a:pt x="663486" y="329272"/>
                </a:lnTo>
                <a:lnTo>
                  <a:pt x="693788" y="302602"/>
                </a:lnTo>
                <a:lnTo>
                  <a:pt x="694474" y="301599"/>
                </a:lnTo>
                <a:lnTo>
                  <a:pt x="694474" y="334899"/>
                </a:lnTo>
                <a:lnTo>
                  <a:pt x="742784" y="334899"/>
                </a:lnTo>
                <a:close/>
              </a:path>
              <a:path w="2214245" h="342264">
                <a:moveTo>
                  <a:pt x="1153731" y="171069"/>
                </a:moveTo>
                <a:lnTo>
                  <a:pt x="1152664" y="156019"/>
                </a:lnTo>
                <a:lnTo>
                  <a:pt x="1152563" y="154736"/>
                </a:lnTo>
                <a:lnTo>
                  <a:pt x="1152448" y="153085"/>
                </a:lnTo>
                <a:lnTo>
                  <a:pt x="1152372" y="151980"/>
                </a:lnTo>
                <a:lnTo>
                  <a:pt x="1148283" y="134848"/>
                </a:lnTo>
                <a:lnTo>
                  <a:pt x="1146517" y="130911"/>
                </a:lnTo>
                <a:lnTo>
                  <a:pt x="1141476" y="119659"/>
                </a:lnTo>
                <a:lnTo>
                  <a:pt x="1131938" y="106426"/>
                </a:lnTo>
                <a:lnTo>
                  <a:pt x="1119835" y="95707"/>
                </a:lnTo>
                <a:lnTo>
                  <a:pt x="1105560" y="88163"/>
                </a:lnTo>
                <a:lnTo>
                  <a:pt x="1105763" y="88163"/>
                </a:lnTo>
                <a:lnTo>
                  <a:pt x="1088402" y="83439"/>
                </a:lnTo>
                <a:lnTo>
                  <a:pt x="1069073" y="81915"/>
                </a:lnTo>
                <a:lnTo>
                  <a:pt x="1056081" y="82651"/>
                </a:lnTo>
                <a:lnTo>
                  <a:pt x="1056716" y="82651"/>
                </a:lnTo>
                <a:lnTo>
                  <a:pt x="1045375" y="84683"/>
                </a:lnTo>
                <a:lnTo>
                  <a:pt x="1006348" y="105867"/>
                </a:lnTo>
                <a:lnTo>
                  <a:pt x="993800" y="121373"/>
                </a:lnTo>
                <a:lnTo>
                  <a:pt x="990892" y="116065"/>
                </a:lnTo>
                <a:lnTo>
                  <a:pt x="984504" y="107543"/>
                </a:lnTo>
                <a:lnTo>
                  <a:pt x="981570" y="104648"/>
                </a:lnTo>
                <a:lnTo>
                  <a:pt x="981570" y="156019"/>
                </a:lnTo>
                <a:lnTo>
                  <a:pt x="981417" y="158915"/>
                </a:lnTo>
                <a:lnTo>
                  <a:pt x="981367" y="159816"/>
                </a:lnTo>
                <a:lnTo>
                  <a:pt x="981570" y="156019"/>
                </a:lnTo>
                <a:lnTo>
                  <a:pt x="981570" y="104648"/>
                </a:lnTo>
                <a:lnTo>
                  <a:pt x="981278" y="104355"/>
                </a:lnTo>
                <a:lnTo>
                  <a:pt x="981278" y="161518"/>
                </a:lnTo>
                <a:lnTo>
                  <a:pt x="981240" y="162293"/>
                </a:lnTo>
                <a:lnTo>
                  <a:pt x="981176" y="163347"/>
                </a:lnTo>
                <a:lnTo>
                  <a:pt x="981278" y="161518"/>
                </a:lnTo>
                <a:lnTo>
                  <a:pt x="981278" y="104355"/>
                </a:lnTo>
                <a:lnTo>
                  <a:pt x="947394" y="84848"/>
                </a:lnTo>
                <a:lnTo>
                  <a:pt x="922007" y="81915"/>
                </a:lnTo>
                <a:lnTo>
                  <a:pt x="909002" y="82651"/>
                </a:lnTo>
                <a:lnTo>
                  <a:pt x="909485" y="82651"/>
                </a:lnTo>
                <a:lnTo>
                  <a:pt x="898042" y="84683"/>
                </a:lnTo>
                <a:lnTo>
                  <a:pt x="858481" y="106121"/>
                </a:lnTo>
                <a:lnTo>
                  <a:pt x="850455" y="114909"/>
                </a:lnTo>
                <a:lnTo>
                  <a:pt x="850455" y="88163"/>
                </a:lnTo>
                <a:lnTo>
                  <a:pt x="832840" y="88163"/>
                </a:lnTo>
                <a:lnTo>
                  <a:pt x="832840" y="162953"/>
                </a:lnTo>
                <a:lnTo>
                  <a:pt x="832751" y="164592"/>
                </a:lnTo>
                <a:lnTo>
                  <a:pt x="832624" y="166497"/>
                </a:lnTo>
                <a:lnTo>
                  <a:pt x="832840" y="162953"/>
                </a:lnTo>
                <a:lnTo>
                  <a:pt x="832840" y="88163"/>
                </a:lnTo>
                <a:lnTo>
                  <a:pt x="801763" y="88163"/>
                </a:lnTo>
                <a:lnTo>
                  <a:pt x="801763" y="334899"/>
                </a:lnTo>
                <a:lnTo>
                  <a:pt x="857161" y="334899"/>
                </a:lnTo>
                <a:lnTo>
                  <a:pt x="857161" y="183057"/>
                </a:lnTo>
                <a:lnTo>
                  <a:pt x="857732" y="175056"/>
                </a:lnTo>
                <a:lnTo>
                  <a:pt x="857859" y="173393"/>
                </a:lnTo>
                <a:lnTo>
                  <a:pt x="857961" y="171894"/>
                </a:lnTo>
                <a:lnTo>
                  <a:pt x="860196" y="162648"/>
                </a:lnTo>
                <a:lnTo>
                  <a:pt x="860272" y="162293"/>
                </a:lnTo>
                <a:lnTo>
                  <a:pt x="860361" y="161950"/>
                </a:lnTo>
                <a:lnTo>
                  <a:pt x="864260" y="153301"/>
                </a:lnTo>
                <a:lnTo>
                  <a:pt x="864349" y="153085"/>
                </a:lnTo>
                <a:lnTo>
                  <a:pt x="869911" y="145364"/>
                </a:lnTo>
                <a:lnTo>
                  <a:pt x="876833" y="139039"/>
                </a:lnTo>
                <a:lnTo>
                  <a:pt x="884770" y="134531"/>
                </a:lnTo>
                <a:lnTo>
                  <a:pt x="893737" y="131813"/>
                </a:lnTo>
                <a:lnTo>
                  <a:pt x="903719" y="130911"/>
                </a:lnTo>
                <a:lnTo>
                  <a:pt x="913980" y="131813"/>
                </a:lnTo>
                <a:lnTo>
                  <a:pt x="947369" y="162648"/>
                </a:lnTo>
                <a:lnTo>
                  <a:pt x="950429" y="334899"/>
                </a:lnTo>
                <a:lnTo>
                  <a:pt x="1005370" y="334899"/>
                </a:lnTo>
                <a:lnTo>
                  <a:pt x="1005446" y="183057"/>
                </a:lnTo>
                <a:lnTo>
                  <a:pt x="1005840" y="175056"/>
                </a:lnTo>
                <a:lnTo>
                  <a:pt x="1006881" y="168478"/>
                </a:lnTo>
                <a:lnTo>
                  <a:pt x="1006995" y="167754"/>
                </a:lnTo>
                <a:lnTo>
                  <a:pt x="1008926" y="161023"/>
                </a:lnTo>
                <a:lnTo>
                  <a:pt x="1035291" y="132956"/>
                </a:lnTo>
                <a:lnTo>
                  <a:pt x="1043216" y="130911"/>
                </a:lnTo>
                <a:lnTo>
                  <a:pt x="1052080" y="130911"/>
                </a:lnTo>
                <a:lnTo>
                  <a:pt x="1091628" y="153085"/>
                </a:lnTo>
                <a:lnTo>
                  <a:pt x="1098638" y="334899"/>
                </a:lnTo>
                <a:lnTo>
                  <a:pt x="1153655" y="334899"/>
                </a:lnTo>
                <a:lnTo>
                  <a:pt x="1153731" y="171069"/>
                </a:lnTo>
                <a:close/>
              </a:path>
              <a:path w="2214245" h="342264">
                <a:moveTo>
                  <a:pt x="1547456" y="237058"/>
                </a:moveTo>
                <a:lnTo>
                  <a:pt x="1546453" y="223113"/>
                </a:lnTo>
                <a:lnTo>
                  <a:pt x="1543418" y="209956"/>
                </a:lnTo>
                <a:lnTo>
                  <a:pt x="1538376" y="197586"/>
                </a:lnTo>
                <a:lnTo>
                  <a:pt x="1532915" y="188671"/>
                </a:lnTo>
                <a:lnTo>
                  <a:pt x="1531302" y="186016"/>
                </a:lnTo>
                <a:lnTo>
                  <a:pt x="1522285" y="175806"/>
                </a:lnTo>
                <a:lnTo>
                  <a:pt x="1511985" y="167944"/>
                </a:lnTo>
                <a:lnTo>
                  <a:pt x="1511401" y="167487"/>
                </a:lnTo>
                <a:lnTo>
                  <a:pt x="1498993" y="161264"/>
                </a:lnTo>
                <a:lnTo>
                  <a:pt x="1504022" y="158254"/>
                </a:lnTo>
                <a:lnTo>
                  <a:pt x="1505927" y="156591"/>
                </a:lnTo>
                <a:lnTo>
                  <a:pt x="1528914" y="121424"/>
                </a:lnTo>
                <a:lnTo>
                  <a:pt x="1532140" y="96164"/>
                </a:lnTo>
                <a:lnTo>
                  <a:pt x="1531493" y="85191"/>
                </a:lnTo>
                <a:lnTo>
                  <a:pt x="1529575" y="74612"/>
                </a:lnTo>
                <a:lnTo>
                  <a:pt x="1529537" y="74396"/>
                </a:lnTo>
                <a:lnTo>
                  <a:pt x="1526286" y="63766"/>
                </a:lnTo>
                <a:lnTo>
                  <a:pt x="1523441" y="57226"/>
                </a:lnTo>
                <a:lnTo>
                  <a:pt x="1521739" y="53301"/>
                </a:lnTo>
                <a:lnTo>
                  <a:pt x="1515846" y="43383"/>
                </a:lnTo>
                <a:lnTo>
                  <a:pt x="1508582" y="34378"/>
                </a:lnTo>
                <a:lnTo>
                  <a:pt x="1499920" y="26289"/>
                </a:lnTo>
                <a:lnTo>
                  <a:pt x="1491754" y="20459"/>
                </a:lnTo>
                <a:lnTo>
                  <a:pt x="1491754" y="226593"/>
                </a:lnTo>
                <a:lnTo>
                  <a:pt x="1491665" y="237058"/>
                </a:lnTo>
                <a:lnTo>
                  <a:pt x="1474939" y="273240"/>
                </a:lnTo>
                <a:lnTo>
                  <a:pt x="1441538" y="282930"/>
                </a:lnTo>
                <a:lnTo>
                  <a:pt x="1360385" y="282930"/>
                </a:lnTo>
                <a:lnTo>
                  <a:pt x="1360385" y="188671"/>
                </a:lnTo>
                <a:lnTo>
                  <a:pt x="1443062" y="188671"/>
                </a:lnTo>
                <a:lnTo>
                  <a:pt x="1482267" y="204597"/>
                </a:lnTo>
                <a:lnTo>
                  <a:pt x="1491754" y="226593"/>
                </a:lnTo>
                <a:lnTo>
                  <a:pt x="1491754" y="20459"/>
                </a:lnTo>
                <a:lnTo>
                  <a:pt x="1489887" y="19126"/>
                </a:lnTo>
                <a:lnTo>
                  <a:pt x="1478419" y="13258"/>
                </a:lnTo>
                <a:lnTo>
                  <a:pt x="1476133" y="12522"/>
                </a:lnTo>
                <a:lnTo>
                  <a:pt x="1476133" y="105892"/>
                </a:lnTo>
                <a:lnTo>
                  <a:pt x="1474292" y="113258"/>
                </a:lnTo>
                <a:lnTo>
                  <a:pt x="1466926" y="125120"/>
                </a:lnTo>
                <a:lnTo>
                  <a:pt x="1461947" y="129603"/>
                </a:lnTo>
                <a:lnTo>
                  <a:pt x="1449374" y="135648"/>
                </a:lnTo>
                <a:lnTo>
                  <a:pt x="1442275" y="137160"/>
                </a:lnTo>
                <a:lnTo>
                  <a:pt x="1360385" y="137160"/>
                </a:lnTo>
                <a:lnTo>
                  <a:pt x="1360385" y="57226"/>
                </a:lnTo>
                <a:lnTo>
                  <a:pt x="1434376" y="57226"/>
                </a:lnTo>
                <a:lnTo>
                  <a:pt x="1469910" y="74612"/>
                </a:lnTo>
                <a:lnTo>
                  <a:pt x="1476133" y="105892"/>
                </a:lnTo>
                <a:lnTo>
                  <a:pt x="1476133" y="12522"/>
                </a:lnTo>
                <a:lnTo>
                  <a:pt x="1465478" y="9067"/>
                </a:lnTo>
                <a:lnTo>
                  <a:pt x="1451051" y="6553"/>
                </a:lnTo>
                <a:lnTo>
                  <a:pt x="1435138" y="5715"/>
                </a:lnTo>
                <a:lnTo>
                  <a:pt x="1304607" y="5715"/>
                </a:lnTo>
                <a:lnTo>
                  <a:pt x="1304607" y="334899"/>
                </a:lnTo>
                <a:lnTo>
                  <a:pt x="1448396" y="334899"/>
                </a:lnTo>
                <a:lnTo>
                  <a:pt x="1491272" y="327964"/>
                </a:lnTo>
                <a:lnTo>
                  <a:pt x="1530007" y="298665"/>
                </a:lnTo>
                <a:lnTo>
                  <a:pt x="1538566" y="282930"/>
                </a:lnTo>
                <a:lnTo>
                  <a:pt x="1541056" y="277114"/>
                </a:lnTo>
                <a:lnTo>
                  <a:pt x="1541170" y="276847"/>
                </a:lnTo>
                <a:lnTo>
                  <a:pt x="1544662" y="264490"/>
                </a:lnTo>
                <a:lnTo>
                  <a:pt x="1546758" y="251231"/>
                </a:lnTo>
                <a:lnTo>
                  <a:pt x="1547456" y="237058"/>
                </a:lnTo>
                <a:close/>
              </a:path>
              <a:path w="2214245" h="342264">
                <a:moveTo>
                  <a:pt x="1817763" y="205333"/>
                </a:moveTo>
                <a:lnTo>
                  <a:pt x="1816328" y="185293"/>
                </a:lnTo>
                <a:lnTo>
                  <a:pt x="1816303" y="185166"/>
                </a:lnTo>
                <a:lnTo>
                  <a:pt x="1812836" y="166738"/>
                </a:lnTo>
                <a:lnTo>
                  <a:pt x="1796605" y="129311"/>
                </a:lnTo>
                <a:lnTo>
                  <a:pt x="1767370" y="99060"/>
                </a:lnTo>
                <a:lnTo>
                  <a:pt x="1761058" y="95567"/>
                </a:lnTo>
                <a:lnTo>
                  <a:pt x="1761058" y="185166"/>
                </a:lnTo>
                <a:lnTo>
                  <a:pt x="1640090" y="185166"/>
                </a:lnTo>
                <a:lnTo>
                  <a:pt x="1641754" y="176314"/>
                </a:lnTo>
                <a:lnTo>
                  <a:pt x="1641805" y="176034"/>
                </a:lnTo>
                <a:lnTo>
                  <a:pt x="1646974" y="161950"/>
                </a:lnTo>
                <a:lnTo>
                  <a:pt x="1675028" y="134543"/>
                </a:lnTo>
                <a:lnTo>
                  <a:pt x="1704505" y="129311"/>
                </a:lnTo>
                <a:lnTo>
                  <a:pt x="1718449" y="130467"/>
                </a:lnTo>
                <a:lnTo>
                  <a:pt x="1754441" y="158496"/>
                </a:lnTo>
                <a:lnTo>
                  <a:pt x="1761058" y="185166"/>
                </a:lnTo>
                <a:lnTo>
                  <a:pt x="1761058" y="95567"/>
                </a:lnTo>
                <a:lnTo>
                  <a:pt x="1753222" y="91224"/>
                </a:lnTo>
                <a:lnTo>
                  <a:pt x="1737652" y="85623"/>
                </a:lnTo>
                <a:lnTo>
                  <a:pt x="1720646" y="82270"/>
                </a:lnTo>
                <a:lnTo>
                  <a:pt x="1702219" y="81153"/>
                </a:lnTo>
                <a:lnTo>
                  <a:pt x="1682991" y="82270"/>
                </a:lnTo>
                <a:lnTo>
                  <a:pt x="1684096" y="82270"/>
                </a:lnTo>
                <a:lnTo>
                  <a:pt x="1668043" y="85255"/>
                </a:lnTo>
                <a:lnTo>
                  <a:pt x="1625168" y="106616"/>
                </a:lnTo>
                <a:lnTo>
                  <a:pt x="1594993" y="143827"/>
                </a:lnTo>
                <a:lnTo>
                  <a:pt x="1583372" y="176034"/>
                </a:lnTo>
                <a:lnTo>
                  <a:pt x="1583283" y="176314"/>
                </a:lnTo>
                <a:lnTo>
                  <a:pt x="1580362" y="194551"/>
                </a:lnTo>
                <a:lnTo>
                  <a:pt x="1579384" y="214122"/>
                </a:lnTo>
                <a:lnTo>
                  <a:pt x="1580375" y="232359"/>
                </a:lnTo>
                <a:lnTo>
                  <a:pt x="1595297" y="280466"/>
                </a:lnTo>
                <a:lnTo>
                  <a:pt x="1626133" y="316598"/>
                </a:lnTo>
                <a:lnTo>
                  <a:pt x="1670100" y="337693"/>
                </a:lnTo>
                <a:lnTo>
                  <a:pt x="1705267" y="341757"/>
                </a:lnTo>
                <a:lnTo>
                  <a:pt x="1722755" y="340601"/>
                </a:lnTo>
                <a:lnTo>
                  <a:pt x="1770672" y="323278"/>
                </a:lnTo>
                <a:lnTo>
                  <a:pt x="1804250" y="290169"/>
                </a:lnTo>
                <a:lnTo>
                  <a:pt x="1814461" y="271348"/>
                </a:lnTo>
                <a:lnTo>
                  <a:pt x="1759978" y="254965"/>
                </a:lnTo>
                <a:lnTo>
                  <a:pt x="1755559" y="262991"/>
                </a:lnTo>
                <a:lnTo>
                  <a:pt x="1750301" y="270027"/>
                </a:lnTo>
                <a:lnTo>
                  <a:pt x="1712036" y="289598"/>
                </a:lnTo>
                <a:lnTo>
                  <a:pt x="1702219" y="290169"/>
                </a:lnTo>
                <a:lnTo>
                  <a:pt x="1687398" y="288874"/>
                </a:lnTo>
                <a:lnTo>
                  <a:pt x="1654200" y="269595"/>
                </a:lnTo>
                <a:lnTo>
                  <a:pt x="1638706" y="229171"/>
                </a:lnTo>
                <a:lnTo>
                  <a:pt x="1638579" y="226847"/>
                </a:lnTo>
                <a:lnTo>
                  <a:pt x="1762493" y="226847"/>
                </a:lnTo>
                <a:lnTo>
                  <a:pt x="1790230" y="226847"/>
                </a:lnTo>
                <a:lnTo>
                  <a:pt x="1817166" y="226847"/>
                </a:lnTo>
                <a:lnTo>
                  <a:pt x="1817725" y="206730"/>
                </a:lnTo>
                <a:lnTo>
                  <a:pt x="1817763" y="205333"/>
                </a:lnTo>
                <a:close/>
              </a:path>
              <a:path w="2214245" h="342264">
                <a:moveTo>
                  <a:pt x="2094877" y="334899"/>
                </a:moveTo>
                <a:lnTo>
                  <a:pt x="2094826" y="190309"/>
                </a:lnTo>
                <a:lnTo>
                  <a:pt x="2089175" y="151523"/>
                </a:lnTo>
                <a:lnTo>
                  <a:pt x="2082711" y="132892"/>
                </a:lnTo>
                <a:lnTo>
                  <a:pt x="2080475" y="128041"/>
                </a:lnTo>
                <a:lnTo>
                  <a:pt x="2051431" y="94919"/>
                </a:lnTo>
                <a:lnTo>
                  <a:pt x="2010867" y="81559"/>
                </a:lnTo>
                <a:lnTo>
                  <a:pt x="1997798" y="81000"/>
                </a:lnTo>
                <a:lnTo>
                  <a:pt x="1981085" y="81940"/>
                </a:lnTo>
                <a:lnTo>
                  <a:pt x="1939239" y="96126"/>
                </a:lnTo>
                <a:lnTo>
                  <a:pt x="1917026" y="115658"/>
                </a:lnTo>
                <a:lnTo>
                  <a:pt x="1917026" y="5715"/>
                </a:lnTo>
                <a:lnTo>
                  <a:pt x="1867954" y="5715"/>
                </a:lnTo>
                <a:lnTo>
                  <a:pt x="1867954" y="334899"/>
                </a:lnTo>
                <a:lnTo>
                  <a:pt x="1923732" y="334899"/>
                </a:lnTo>
                <a:lnTo>
                  <a:pt x="1923732" y="208026"/>
                </a:lnTo>
                <a:lnTo>
                  <a:pt x="1923732" y="203809"/>
                </a:lnTo>
                <a:lnTo>
                  <a:pt x="1931492" y="164020"/>
                </a:lnTo>
                <a:lnTo>
                  <a:pt x="1967560" y="134023"/>
                </a:lnTo>
                <a:lnTo>
                  <a:pt x="1974456" y="132892"/>
                </a:lnTo>
                <a:lnTo>
                  <a:pt x="1981415" y="132892"/>
                </a:lnTo>
                <a:lnTo>
                  <a:pt x="2018144" y="145872"/>
                </a:lnTo>
                <a:lnTo>
                  <a:pt x="2036356" y="183286"/>
                </a:lnTo>
                <a:lnTo>
                  <a:pt x="2039099" y="334899"/>
                </a:lnTo>
                <a:lnTo>
                  <a:pt x="2094877" y="334899"/>
                </a:lnTo>
                <a:close/>
              </a:path>
              <a:path w="2214245" h="342264">
                <a:moveTo>
                  <a:pt x="2213902" y="88011"/>
                </a:moveTo>
                <a:lnTo>
                  <a:pt x="2158885" y="88011"/>
                </a:lnTo>
                <a:lnTo>
                  <a:pt x="2158885" y="334899"/>
                </a:lnTo>
                <a:lnTo>
                  <a:pt x="2213902" y="334899"/>
                </a:lnTo>
                <a:lnTo>
                  <a:pt x="2213902" y="88011"/>
                </a:lnTo>
                <a:close/>
              </a:path>
              <a:path w="2214245" h="342264">
                <a:moveTo>
                  <a:pt x="2213902" y="0"/>
                </a:moveTo>
                <a:lnTo>
                  <a:pt x="2158885" y="0"/>
                </a:lnTo>
                <a:lnTo>
                  <a:pt x="2158885" y="50596"/>
                </a:lnTo>
                <a:lnTo>
                  <a:pt x="2213902" y="50596"/>
                </a:lnTo>
                <a:lnTo>
                  <a:pt x="22139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92406" y="1767817"/>
            <a:ext cx="226924" cy="2538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561235" y="1692541"/>
            <a:ext cx="911860" cy="445770"/>
          </a:xfrm>
          <a:custGeom>
            <a:avLst/>
            <a:gdLst/>
            <a:ahLst/>
            <a:cxnLst/>
            <a:rect l="l" t="t" r="r" b="b"/>
            <a:pathLst>
              <a:path w="911859" h="445769">
                <a:moveTo>
                  <a:pt x="231724" y="0"/>
                </a:moveTo>
                <a:lnTo>
                  <a:pt x="221653" y="0"/>
                </a:lnTo>
                <a:lnTo>
                  <a:pt x="221653" y="187579"/>
                </a:lnTo>
                <a:lnTo>
                  <a:pt x="219354" y="170459"/>
                </a:lnTo>
                <a:lnTo>
                  <a:pt x="221640" y="187426"/>
                </a:lnTo>
                <a:lnTo>
                  <a:pt x="221653" y="187579"/>
                </a:lnTo>
                <a:lnTo>
                  <a:pt x="221653" y="0"/>
                </a:lnTo>
                <a:lnTo>
                  <a:pt x="219329" y="0"/>
                </a:lnTo>
                <a:lnTo>
                  <a:pt x="219329" y="240817"/>
                </a:lnTo>
                <a:lnTo>
                  <a:pt x="215544" y="256590"/>
                </a:lnTo>
                <a:lnTo>
                  <a:pt x="215442" y="256984"/>
                </a:lnTo>
                <a:lnTo>
                  <a:pt x="219329" y="240817"/>
                </a:lnTo>
                <a:lnTo>
                  <a:pt x="219329" y="0"/>
                </a:lnTo>
                <a:lnTo>
                  <a:pt x="183032" y="0"/>
                </a:lnTo>
                <a:lnTo>
                  <a:pt x="183032" y="205663"/>
                </a:lnTo>
                <a:lnTo>
                  <a:pt x="182664" y="216712"/>
                </a:lnTo>
                <a:lnTo>
                  <a:pt x="182638" y="217297"/>
                </a:lnTo>
                <a:lnTo>
                  <a:pt x="181584" y="227241"/>
                </a:lnTo>
                <a:lnTo>
                  <a:pt x="181483" y="228219"/>
                </a:lnTo>
                <a:lnTo>
                  <a:pt x="168757" y="264223"/>
                </a:lnTo>
                <a:lnTo>
                  <a:pt x="131267" y="286181"/>
                </a:lnTo>
                <a:lnTo>
                  <a:pt x="130238" y="286181"/>
                </a:lnTo>
                <a:lnTo>
                  <a:pt x="121158" y="286740"/>
                </a:lnTo>
                <a:lnTo>
                  <a:pt x="112776" y="286181"/>
                </a:lnTo>
                <a:lnTo>
                  <a:pt x="111442" y="286181"/>
                </a:lnTo>
                <a:lnTo>
                  <a:pt x="101536" y="284035"/>
                </a:lnTo>
                <a:lnTo>
                  <a:pt x="68910" y="255422"/>
                </a:lnTo>
                <a:lnTo>
                  <a:pt x="58788" y="217297"/>
                </a:lnTo>
                <a:lnTo>
                  <a:pt x="58712" y="216712"/>
                </a:lnTo>
                <a:lnTo>
                  <a:pt x="62166" y="174332"/>
                </a:lnTo>
                <a:lnTo>
                  <a:pt x="86448" y="135636"/>
                </a:lnTo>
                <a:lnTo>
                  <a:pt x="121196" y="124853"/>
                </a:lnTo>
                <a:lnTo>
                  <a:pt x="124942" y="124853"/>
                </a:lnTo>
                <a:lnTo>
                  <a:pt x="133781" y="125425"/>
                </a:lnTo>
                <a:lnTo>
                  <a:pt x="133286" y="125425"/>
                </a:lnTo>
                <a:lnTo>
                  <a:pt x="142125" y="127279"/>
                </a:lnTo>
                <a:lnTo>
                  <a:pt x="173253" y="154724"/>
                </a:lnTo>
                <a:lnTo>
                  <a:pt x="182638" y="194005"/>
                </a:lnTo>
                <a:lnTo>
                  <a:pt x="183032" y="205663"/>
                </a:lnTo>
                <a:lnTo>
                  <a:pt x="183032" y="0"/>
                </a:lnTo>
                <a:lnTo>
                  <a:pt x="176326" y="0"/>
                </a:lnTo>
                <a:lnTo>
                  <a:pt x="176326" y="94564"/>
                </a:lnTo>
                <a:lnTo>
                  <a:pt x="173863" y="92519"/>
                </a:lnTo>
                <a:lnTo>
                  <a:pt x="161201" y="85051"/>
                </a:lnTo>
                <a:lnTo>
                  <a:pt x="147129" y="79705"/>
                </a:lnTo>
                <a:lnTo>
                  <a:pt x="131673" y="76504"/>
                </a:lnTo>
                <a:lnTo>
                  <a:pt x="114833" y="75438"/>
                </a:lnTo>
                <a:lnTo>
                  <a:pt x="97853" y="76504"/>
                </a:lnTo>
                <a:lnTo>
                  <a:pt x="53860" y="92519"/>
                </a:lnTo>
                <a:lnTo>
                  <a:pt x="21907" y="124853"/>
                </a:lnTo>
                <a:lnTo>
                  <a:pt x="3530" y="170192"/>
                </a:lnTo>
                <a:lnTo>
                  <a:pt x="0" y="205663"/>
                </a:lnTo>
                <a:lnTo>
                  <a:pt x="876" y="223710"/>
                </a:lnTo>
                <a:lnTo>
                  <a:pt x="3492" y="240817"/>
                </a:lnTo>
                <a:lnTo>
                  <a:pt x="7747" y="256590"/>
                </a:lnTo>
                <a:lnTo>
                  <a:pt x="7848" y="256984"/>
                </a:lnTo>
                <a:lnTo>
                  <a:pt x="30759" y="298627"/>
                </a:lnTo>
                <a:lnTo>
                  <a:pt x="66459" y="326390"/>
                </a:lnTo>
                <a:lnTo>
                  <a:pt x="112776" y="336042"/>
                </a:lnTo>
                <a:lnTo>
                  <a:pt x="130086" y="334962"/>
                </a:lnTo>
                <a:lnTo>
                  <a:pt x="145935" y="331749"/>
                </a:lnTo>
                <a:lnTo>
                  <a:pt x="160324" y="326390"/>
                </a:lnTo>
                <a:lnTo>
                  <a:pt x="173240" y="318871"/>
                </a:lnTo>
                <a:lnTo>
                  <a:pt x="183032" y="310883"/>
                </a:lnTo>
                <a:lnTo>
                  <a:pt x="183032" y="329184"/>
                </a:lnTo>
                <a:lnTo>
                  <a:pt x="231724" y="329184"/>
                </a:lnTo>
                <a:lnTo>
                  <a:pt x="231724" y="0"/>
                </a:lnTo>
                <a:close/>
              </a:path>
              <a:path w="911859" h="445769">
                <a:moveTo>
                  <a:pt x="652729" y="329184"/>
                </a:moveTo>
                <a:lnTo>
                  <a:pt x="630212" y="257784"/>
                </a:lnTo>
                <a:lnTo>
                  <a:pt x="613994" y="206349"/>
                </a:lnTo>
                <a:lnTo>
                  <a:pt x="559612" y="33832"/>
                </a:lnTo>
                <a:lnTo>
                  <a:pt x="556818" y="24980"/>
                </a:lnTo>
                <a:lnTo>
                  <a:pt x="556818" y="206349"/>
                </a:lnTo>
                <a:lnTo>
                  <a:pt x="459790" y="206349"/>
                </a:lnTo>
                <a:lnTo>
                  <a:pt x="507987" y="53086"/>
                </a:lnTo>
                <a:lnTo>
                  <a:pt x="556818" y="206349"/>
                </a:lnTo>
                <a:lnTo>
                  <a:pt x="556818" y="24980"/>
                </a:lnTo>
                <a:lnTo>
                  <a:pt x="548944" y="0"/>
                </a:lnTo>
                <a:lnTo>
                  <a:pt x="468172" y="0"/>
                </a:lnTo>
                <a:lnTo>
                  <a:pt x="364388" y="329184"/>
                </a:lnTo>
                <a:lnTo>
                  <a:pt x="421157" y="329184"/>
                </a:lnTo>
                <a:lnTo>
                  <a:pt x="443611" y="257784"/>
                </a:lnTo>
                <a:lnTo>
                  <a:pt x="573201" y="257784"/>
                </a:lnTo>
                <a:lnTo>
                  <a:pt x="595960" y="329184"/>
                </a:lnTo>
                <a:lnTo>
                  <a:pt x="652729" y="329184"/>
                </a:lnTo>
                <a:close/>
              </a:path>
              <a:path w="911859" h="445769">
                <a:moveTo>
                  <a:pt x="911428" y="82296"/>
                </a:moveTo>
                <a:lnTo>
                  <a:pt x="899401" y="82296"/>
                </a:lnTo>
                <a:lnTo>
                  <a:pt x="899401" y="240817"/>
                </a:lnTo>
                <a:lnTo>
                  <a:pt x="895629" y="256590"/>
                </a:lnTo>
                <a:lnTo>
                  <a:pt x="895527" y="256984"/>
                </a:lnTo>
                <a:lnTo>
                  <a:pt x="899401" y="240817"/>
                </a:lnTo>
                <a:lnTo>
                  <a:pt x="899401" y="82296"/>
                </a:lnTo>
                <a:lnTo>
                  <a:pt x="863117" y="82296"/>
                </a:lnTo>
                <a:lnTo>
                  <a:pt x="863117" y="100114"/>
                </a:lnTo>
                <a:lnTo>
                  <a:pt x="863117" y="205663"/>
                </a:lnTo>
                <a:lnTo>
                  <a:pt x="862749" y="216712"/>
                </a:lnTo>
                <a:lnTo>
                  <a:pt x="862723" y="217297"/>
                </a:lnTo>
                <a:lnTo>
                  <a:pt x="861669" y="227241"/>
                </a:lnTo>
                <a:lnTo>
                  <a:pt x="861568" y="228219"/>
                </a:lnTo>
                <a:lnTo>
                  <a:pt x="848829" y="264223"/>
                </a:lnTo>
                <a:lnTo>
                  <a:pt x="811352" y="286181"/>
                </a:lnTo>
                <a:lnTo>
                  <a:pt x="810323" y="286181"/>
                </a:lnTo>
                <a:lnTo>
                  <a:pt x="801243" y="286740"/>
                </a:lnTo>
                <a:lnTo>
                  <a:pt x="792848" y="286181"/>
                </a:lnTo>
                <a:lnTo>
                  <a:pt x="791527" y="286181"/>
                </a:lnTo>
                <a:lnTo>
                  <a:pt x="781621" y="284035"/>
                </a:lnTo>
                <a:lnTo>
                  <a:pt x="748995" y="255422"/>
                </a:lnTo>
                <a:lnTo>
                  <a:pt x="738873" y="217297"/>
                </a:lnTo>
                <a:lnTo>
                  <a:pt x="738797" y="216712"/>
                </a:lnTo>
                <a:lnTo>
                  <a:pt x="742251" y="174332"/>
                </a:lnTo>
                <a:lnTo>
                  <a:pt x="766533" y="135636"/>
                </a:lnTo>
                <a:lnTo>
                  <a:pt x="801281" y="124853"/>
                </a:lnTo>
                <a:lnTo>
                  <a:pt x="805027" y="124853"/>
                </a:lnTo>
                <a:lnTo>
                  <a:pt x="813866" y="125425"/>
                </a:lnTo>
                <a:lnTo>
                  <a:pt x="813371" y="125425"/>
                </a:lnTo>
                <a:lnTo>
                  <a:pt x="822210" y="127279"/>
                </a:lnTo>
                <a:lnTo>
                  <a:pt x="853325" y="154724"/>
                </a:lnTo>
                <a:lnTo>
                  <a:pt x="862723" y="194005"/>
                </a:lnTo>
                <a:lnTo>
                  <a:pt x="863117" y="205663"/>
                </a:lnTo>
                <a:lnTo>
                  <a:pt x="863117" y="100114"/>
                </a:lnTo>
                <a:lnTo>
                  <a:pt x="827214" y="79705"/>
                </a:lnTo>
                <a:lnTo>
                  <a:pt x="794918" y="75438"/>
                </a:lnTo>
                <a:lnTo>
                  <a:pt x="777938" y="76504"/>
                </a:lnTo>
                <a:lnTo>
                  <a:pt x="733933" y="92519"/>
                </a:lnTo>
                <a:lnTo>
                  <a:pt x="701979" y="124853"/>
                </a:lnTo>
                <a:lnTo>
                  <a:pt x="683615" y="170192"/>
                </a:lnTo>
                <a:lnTo>
                  <a:pt x="680085" y="205663"/>
                </a:lnTo>
                <a:lnTo>
                  <a:pt x="680948" y="223710"/>
                </a:lnTo>
                <a:lnTo>
                  <a:pt x="683577" y="240817"/>
                </a:lnTo>
                <a:lnTo>
                  <a:pt x="687832" y="256590"/>
                </a:lnTo>
                <a:lnTo>
                  <a:pt x="687933" y="256984"/>
                </a:lnTo>
                <a:lnTo>
                  <a:pt x="710844" y="298627"/>
                </a:lnTo>
                <a:lnTo>
                  <a:pt x="746544" y="326390"/>
                </a:lnTo>
                <a:lnTo>
                  <a:pt x="792861" y="336042"/>
                </a:lnTo>
                <a:lnTo>
                  <a:pt x="810158" y="334962"/>
                </a:lnTo>
                <a:lnTo>
                  <a:pt x="826020" y="331749"/>
                </a:lnTo>
                <a:lnTo>
                  <a:pt x="840409" y="326390"/>
                </a:lnTo>
                <a:lnTo>
                  <a:pt x="853325" y="318871"/>
                </a:lnTo>
                <a:lnTo>
                  <a:pt x="856335" y="316433"/>
                </a:lnTo>
                <a:lnTo>
                  <a:pt x="856335" y="340233"/>
                </a:lnTo>
                <a:lnTo>
                  <a:pt x="840333" y="379920"/>
                </a:lnTo>
                <a:lnTo>
                  <a:pt x="797890" y="393344"/>
                </a:lnTo>
                <a:lnTo>
                  <a:pt x="791273" y="392963"/>
                </a:lnTo>
                <a:lnTo>
                  <a:pt x="790854" y="392963"/>
                </a:lnTo>
                <a:lnTo>
                  <a:pt x="754138" y="373164"/>
                </a:lnTo>
                <a:lnTo>
                  <a:pt x="750265" y="366903"/>
                </a:lnTo>
                <a:lnTo>
                  <a:pt x="699439" y="392049"/>
                </a:lnTo>
                <a:lnTo>
                  <a:pt x="732028" y="426504"/>
                </a:lnTo>
                <a:lnTo>
                  <a:pt x="767702" y="442137"/>
                </a:lnTo>
                <a:lnTo>
                  <a:pt x="797509" y="445770"/>
                </a:lnTo>
                <a:lnTo>
                  <a:pt x="809155" y="445363"/>
                </a:lnTo>
                <a:lnTo>
                  <a:pt x="810539" y="445363"/>
                </a:lnTo>
                <a:lnTo>
                  <a:pt x="848487" y="438188"/>
                </a:lnTo>
                <a:lnTo>
                  <a:pt x="886968" y="415175"/>
                </a:lnTo>
                <a:lnTo>
                  <a:pt x="901877" y="393344"/>
                </a:lnTo>
                <a:lnTo>
                  <a:pt x="904570" y="387362"/>
                </a:lnTo>
                <a:lnTo>
                  <a:pt x="911364" y="348640"/>
                </a:lnTo>
                <a:lnTo>
                  <a:pt x="911428" y="822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36291" y="1767817"/>
            <a:ext cx="226924" cy="25389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9805123" y="1685683"/>
            <a:ext cx="925194" cy="342900"/>
          </a:xfrm>
          <a:custGeom>
            <a:avLst/>
            <a:gdLst/>
            <a:ahLst/>
            <a:cxnLst/>
            <a:rect l="l" t="t" r="r" b="b"/>
            <a:pathLst>
              <a:path w="925195" h="342900">
                <a:moveTo>
                  <a:pt x="238379" y="206476"/>
                </a:moveTo>
                <a:lnTo>
                  <a:pt x="236931" y="186436"/>
                </a:lnTo>
                <a:lnTo>
                  <a:pt x="236905" y="186309"/>
                </a:lnTo>
                <a:lnTo>
                  <a:pt x="233451" y="167881"/>
                </a:lnTo>
                <a:lnTo>
                  <a:pt x="227926" y="150799"/>
                </a:lnTo>
                <a:lnTo>
                  <a:pt x="220522" y="135382"/>
                </a:lnTo>
                <a:lnTo>
                  <a:pt x="217208" y="130454"/>
                </a:lnTo>
                <a:lnTo>
                  <a:pt x="211391" y="121805"/>
                </a:lnTo>
                <a:lnTo>
                  <a:pt x="200545" y="110083"/>
                </a:lnTo>
                <a:lnTo>
                  <a:pt x="187985" y="100203"/>
                </a:lnTo>
                <a:lnTo>
                  <a:pt x="181660" y="96710"/>
                </a:lnTo>
                <a:lnTo>
                  <a:pt x="181660" y="186309"/>
                </a:lnTo>
                <a:lnTo>
                  <a:pt x="60706" y="186309"/>
                </a:lnTo>
                <a:lnTo>
                  <a:pt x="62369" y="177457"/>
                </a:lnTo>
                <a:lnTo>
                  <a:pt x="62420" y="177177"/>
                </a:lnTo>
                <a:lnTo>
                  <a:pt x="67576" y="163093"/>
                </a:lnTo>
                <a:lnTo>
                  <a:pt x="95643" y="135686"/>
                </a:lnTo>
                <a:lnTo>
                  <a:pt x="125120" y="130454"/>
                </a:lnTo>
                <a:lnTo>
                  <a:pt x="139052" y="131610"/>
                </a:lnTo>
                <a:lnTo>
                  <a:pt x="175044" y="159639"/>
                </a:lnTo>
                <a:lnTo>
                  <a:pt x="181660" y="186309"/>
                </a:lnTo>
                <a:lnTo>
                  <a:pt x="181660" y="96710"/>
                </a:lnTo>
                <a:lnTo>
                  <a:pt x="173837" y="92367"/>
                </a:lnTo>
                <a:lnTo>
                  <a:pt x="158267" y="86766"/>
                </a:lnTo>
                <a:lnTo>
                  <a:pt x="141262" y="83413"/>
                </a:lnTo>
                <a:lnTo>
                  <a:pt x="122834" y="82296"/>
                </a:lnTo>
                <a:lnTo>
                  <a:pt x="103606" y="83413"/>
                </a:lnTo>
                <a:lnTo>
                  <a:pt x="104698" y="83413"/>
                </a:lnTo>
                <a:lnTo>
                  <a:pt x="88658" y="86398"/>
                </a:lnTo>
                <a:lnTo>
                  <a:pt x="45770" y="107759"/>
                </a:lnTo>
                <a:lnTo>
                  <a:pt x="15595" y="144970"/>
                </a:lnTo>
                <a:lnTo>
                  <a:pt x="965" y="195694"/>
                </a:lnTo>
                <a:lnTo>
                  <a:pt x="0" y="215265"/>
                </a:lnTo>
                <a:lnTo>
                  <a:pt x="990" y="233502"/>
                </a:lnTo>
                <a:lnTo>
                  <a:pt x="15900" y="281609"/>
                </a:lnTo>
                <a:lnTo>
                  <a:pt x="46736" y="317741"/>
                </a:lnTo>
                <a:lnTo>
                  <a:pt x="90716" y="338836"/>
                </a:lnTo>
                <a:lnTo>
                  <a:pt x="125882" y="342900"/>
                </a:lnTo>
                <a:lnTo>
                  <a:pt x="143370" y="341744"/>
                </a:lnTo>
                <a:lnTo>
                  <a:pt x="191274" y="324421"/>
                </a:lnTo>
                <a:lnTo>
                  <a:pt x="224866" y="291312"/>
                </a:lnTo>
                <a:lnTo>
                  <a:pt x="235077" y="272491"/>
                </a:lnTo>
                <a:lnTo>
                  <a:pt x="180594" y="256108"/>
                </a:lnTo>
                <a:lnTo>
                  <a:pt x="176174" y="264134"/>
                </a:lnTo>
                <a:lnTo>
                  <a:pt x="170916" y="271170"/>
                </a:lnTo>
                <a:lnTo>
                  <a:pt x="132651" y="290741"/>
                </a:lnTo>
                <a:lnTo>
                  <a:pt x="122834" y="291312"/>
                </a:lnTo>
                <a:lnTo>
                  <a:pt x="108013" y="290017"/>
                </a:lnTo>
                <a:lnTo>
                  <a:pt x="74803" y="270738"/>
                </a:lnTo>
                <a:lnTo>
                  <a:pt x="59321" y="230314"/>
                </a:lnTo>
                <a:lnTo>
                  <a:pt x="59182" y="227990"/>
                </a:lnTo>
                <a:lnTo>
                  <a:pt x="183108" y="227990"/>
                </a:lnTo>
                <a:lnTo>
                  <a:pt x="210845" y="227990"/>
                </a:lnTo>
                <a:lnTo>
                  <a:pt x="237782" y="227990"/>
                </a:lnTo>
                <a:lnTo>
                  <a:pt x="238340" y="207873"/>
                </a:lnTo>
                <a:lnTo>
                  <a:pt x="238379" y="206476"/>
                </a:lnTo>
                <a:close/>
              </a:path>
              <a:path w="925195" h="342900">
                <a:moveTo>
                  <a:pt x="486156" y="263042"/>
                </a:moveTo>
                <a:lnTo>
                  <a:pt x="473735" y="223913"/>
                </a:lnTo>
                <a:lnTo>
                  <a:pt x="432142" y="198056"/>
                </a:lnTo>
                <a:lnTo>
                  <a:pt x="391998" y="186385"/>
                </a:lnTo>
                <a:lnTo>
                  <a:pt x="370319" y="180238"/>
                </a:lnTo>
                <a:lnTo>
                  <a:pt x="352552" y="174320"/>
                </a:lnTo>
                <a:lnTo>
                  <a:pt x="346125" y="170992"/>
                </a:lnTo>
                <a:lnTo>
                  <a:pt x="339699" y="164312"/>
                </a:lnTo>
                <a:lnTo>
                  <a:pt x="338099" y="160223"/>
                </a:lnTo>
                <a:lnTo>
                  <a:pt x="338099" y="147066"/>
                </a:lnTo>
                <a:lnTo>
                  <a:pt x="372122" y="130060"/>
                </a:lnTo>
                <a:lnTo>
                  <a:pt x="381368" y="130073"/>
                </a:lnTo>
                <a:lnTo>
                  <a:pt x="419265" y="145376"/>
                </a:lnTo>
                <a:lnTo>
                  <a:pt x="428091" y="165277"/>
                </a:lnTo>
                <a:lnTo>
                  <a:pt x="484327" y="155143"/>
                </a:lnTo>
                <a:lnTo>
                  <a:pt x="467550" y="116560"/>
                </a:lnTo>
                <a:lnTo>
                  <a:pt x="431495" y="91224"/>
                </a:lnTo>
                <a:lnTo>
                  <a:pt x="380453" y="82296"/>
                </a:lnTo>
                <a:lnTo>
                  <a:pt x="366217" y="82880"/>
                </a:lnTo>
                <a:lnTo>
                  <a:pt x="318897" y="96748"/>
                </a:lnTo>
                <a:lnTo>
                  <a:pt x="290080" y="126936"/>
                </a:lnTo>
                <a:lnTo>
                  <a:pt x="283298" y="158191"/>
                </a:lnTo>
                <a:lnTo>
                  <a:pt x="283806" y="167119"/>
                </a:lnTo>
                <a:lnTo>
                  <a:pt x="301853" y="201930"/>
                </a:lnTo>
                <a:lnTo>
                  <a:pt x="339064" y="221462"/>
                </a:lnTo>
                <a:lnTo>
                  <a:pt x="379933" y="233438"/>
                </a:lnTo>
                <a:lnTo>
                  <a:pt x="400608" y="239560"/>
                </a:lnTo>
                <a:lnTo>
                  <a:pt x="417207" y="245325"/>
                </a:lnTo>
                <a:lnTo>
                  <a:pt x="423037" y="248640"/>
                </a:lnTo>
                <a:lnTo>
                  <a:pt x="428421" y="255498"/>
                </a:lnTo>
                <a:lnTo>
                  <a:pt x="429768" y="259994"/>
                </a:lnTo>
                <a:lnTo>
                  <a:pt x="429768" y="274777"/>
                </a:lnTo>
                <a:lnTo>
                  <a:pt x="388226" y="295046"/>
                </a:lnTo>
                <a:lnTo>
                  <a:pt x="377393" y="294386"/>
                </a:lnTo>
                <a:lnTo>
                  <a:pt x="338404" y="272135"/>
                </a:lnTo>
                <a:lnTo>
                  <a:pt x="331470" y="255803"/>
                </a:lnTo>
                <a:lnTo>
                  <a:pt x="275234" y="264414"/>
                </a:lnTo>
                <a:lnTo>
                  <a:pt x="297129" y="310972"/>
                </a:lnTo>
                <a:lnTo>
                  <a:pt x="342836" y="337693"/>
                </a:lnTo>
                <a:lnTo>
                  <a:pt x="384340" y="342823"/>
                </a:lnTo>
                <a:lnTo>
                  <a:pt x="406908" y="341490"/>
                </a:lnTo>
                <a:lnTo>
                  <a:pt x="444284" y="330847"/>
                </a:lnTo>
                <a:lnTo>
                  <a:pt x="479386" y="296278"/>
                </a:lnTo>
                <a:lnTo>
                  <a:pt x="484454" y="280657"/>
                </a:lnTo>
                <a:lnTo>
                  <a:pt x="486156" y="263042"/>
                </a:lnTo>
                <a:close/>
              </a:path>
              <a:path w="925195" h="342900">
                <a:moveTo>
                  <a:pt x="924839" y="171450"/>
                </a:moveTo>
                <a:lnTo>
                  <a:pt x="920127" y="123494"/>
                </a:lnTo>
                <a:lnTo>
                  <a:pt x="905992" y="81762"/>
                </a:lnTo>
                <a:lnTo>
                  <a:pt x="886587" y="51968"/>
                </a:lnTo>
                <a:lnTo>
                  <a:pt x="883043" y="47396"/>
                </a:lnTo>
                <a:lnTo>
                  <a:pt x="868476" y="33413"/>
                </a:lnTo>
                <a:lnTo>
                  <a:pt x="866546" y="32042"/>
                </a:lnTo>
                <a:lnTo>
                  <a:pt x="866546" y="171450"/>
                </a:lnTo>
                <a:lnTo>
                  <a:pt x="865847" y="188887"/>
                </a:lnTo>
                <a:lnTo>
                  <a:pt x="855510" y="234505"/>
                </a:lnTo>
                <a:lnTo>
                  <a:pt x="832777" y="268236"/>
                </a:lnTo>
                <a:lnTo>
                  <a:pt x="797623" y="287489"/>
                </a:lnTo>
                <a:lnTo>
                  <a:pt x="767245" y="290931"/>
                </a:lnTo>
                <a:lnTo>
                  <a:pt x="751370" y="289839"/>
                </a:lnTo>
                <a:lnTo>
                  <a:pt x="712025" y="275666"/>
                </a:lnTo>
                <a:lnTo>
                  <a:pt x="685126" y="246722"/>
                </a:lnTo>
                <a:lnTo>
                  <a:pt x="674166" y="220421"/>
                </a:lnTo>
                <a:lnTo>
                  <a:pt x="674090" y="220205"/>
                </a:lnTo>
                <a:lnTo>
                  <a:pt x="670687" y="205219"/>
                </a:lnTo>
                <a:lnTo>
                  <a:pt x="668616" y="188887"/>
                </a:lnTo>
                <a:lnTo>
                  <a:pt x="667956" y="171450"/>
                </a:lnTo>
                <a:lnTo>
                  <a:pt x="668680" y="154025"/>
                </a:lnTo>
                <a:lnTo>
                  <a:pt x="670763" y="137769"/>
                </a:lnTo>
                <a:lnTo>
                  <a:pt x="674192" y="122682"/>
                </a:lnTo>
                <a:lnTo>
                  <a:pt x="674230" y="122466"/>
                </a:lnTo>
                <a:lnTo>
                  <a:pt x="692835" y="84353"/>
                </a:lnTo>
                <a:lnTo>
                  <a:pt x="723798" y="59969"/>
                </a:lnTo>
                <a:lnTo>
                  <a:pt x="767245" y="51968"/>
                </a:lnTo>
                <a:lnTo>
                  <a:pt x="783132" y="53060"/>
                </a:lnTo>
                <a:lnTo>
                  <a:pt x="822439" y="67208"/>
                </a:lnTo>
                <a:lnTo>
                  <a:pt x="849312" y="96151"/>
                </a:lnTo>
                <a:lnTo>
                  <a:pt x="860259" y="122466"/>
                </a:lnTo>
                <a:lnTo>
                  <a:pt x="860336" y="122682"/>
                </a:lnTo>
                <a:lnTo>
                  <a:pt x="863777" y="137769"/>
                </a:lnTo>
                <a:lnTo>
                  <a:pt x="865847" y="154025"/>
                </a:lnTo>
                <a:lnTo>
                  <a:pt x="866546" y="171450"/>
                </a:lnTo>
                <a:lnTo>
                  <a:pt x="866546" y="32042"/>
                </a:lnTo>
                <a:lnTo>
                  <a:pt x="833348" y="12128"/>
                </a:lnTo>
                <a:lnTo>
                  <a:pt x="791044" y="1346"/>
                </a:lnTo>
                <a:lnTo>
                  <a:pt x="767245" y="0"/>
                </a:lnTo>
                <a:lnTo>
                  <a:pt x="743458" y="1346"/>
                </a:lnTo>
                <a:lnTo>
                  <a:pt x="701154" y="12128"/>
                </a:lnTo>
                <a:lnTo>
                  <a:pt x="666013" y="33413"/>
                </a:lnTo>
                <a:lnTo>
                  <a:pt x="638949" y="63512"/>
                </a:lnTo>
                <a:lnTo>
                  <a:pt x="620268" y="101854"/>
                </a:lnTo>
                <a:lnTo>
                  <a:pt x="610844" y="146697"/>
                </a:lnTo>
                <a:lnTo>
                  <a:pt x="609663" y="171450"/>
                </a:lnTo>
                <a:lnTo>
                  <a:pt x="610844" y="196202"/>
                </a:lnTo>
                <a:lnTo>
                  <a:pt x="620268" y="241046"/>
                </a:lnTo>
                <a:lnTo>
                  <a:pt x="638949" y="279387"/>
                </a:lnTo>
                <a:lnTo>
                  <a:pt x="666013" y="309486"/>
                </a:lnTo>
                <a:lnTo>
                  <a:pt x="701154" y="330771"/>
                </a:lnTo>
                <a:lnTo>
                  <a:pt x="743458" y="341553"/>
                </a:lnTo>
                <a:lnTo>
                  <a:pt x="767245" y="342900"/>
                </a:lnTo>
                <a:lnTo>
                  <a:pt x="791044" y="341553"/>
                </a:lnTo>
                <a:lnTo>
                  <a:pt x="833348" y="330771"/>
                </a:lnTo>
                <a:lnTo>
                  <a:pt x="868476" y="309486"/>
                </a:lnTo>
                <a:lnTo>
                  <a:pt x="886587" y="290931"/>
                </a:lnTo>
                <a:lnTo>
                  <a:pt x="895540" y="279387"/>
                </a:lnTo>
                <a:lnTo>
                  <a:pt x="905992" y="261137"/>
                </a:lnTo>
                <a:lnTo>
                  <a:pt x="914234" y="241046"/>
                </a:lnTo>
                <a:lnTo>
                  <a:pt x="920127" y="219392"/>
                </a:lnTo>
                <a:lnTo>
                  <a:pt x="923658" y="196202"/>
                </a:lnTo>
                <a:lnTo>
                  <a:pt x="924839" y="1714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75756" y="1773381"/>
            <a:ext cx="139063" cy="24833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938827" y="1685683"/>
            <a:ext cx="886460" cy="342900"/>
          </a:xfrm>
          <a:custGeom>
            <a:avLst/>
            <a:gdLst/>
            <a:ahLst/>
            <a:cxnLst/>
            <a:rect l="l" t="t" r="r" b="b"/>
            <a:pathLst>
              <a:path w="886459" h="342900">
                <a:moveTo>
                  <a:pt x="217614" y="336042"/>
                </a:moveTo>
                <a:lnTo>
                  <a:pt x="217589" y="282473"/>
                </a:lnTo>
                <a:lnTo>
                  <a:pt x="217551" y="211836"/>
                </a:lnTo>
                <a:lnTo>
                  <a:pt x="217538" y="182575"/>
                </a:lnTo>
                <a:lnTo>
                  <a:pt x="213563" y="141363"/>
                </a:lnTo>
                <a:lnTo>
                  <a:pt x="210299" y="132740"/>
                </a:lnTo>
                <a:lnTo>
                  <a:pt x="208241" y="128244"/>
                </a:lnTo>
                <a:lnTo>
                  <a:pt x="182740" y="99225"/>
                </a:lnTo>
                <a:lnTo>
                  <a:pt x="144106" y="84975"/>
                </a:lnTo>
                <a:lnTo>
                  <a:pt x="113144" y="82296"/>
                </a:lnTo>
                <a:lnTo>
                  <a:pt x="92430" y="83477"/>
                </a:lnTo>
                <a:lnTo>
                  <a:pt x="43713" y="101269"/>
                </a:lnTo>
                <a:lnTo>
                  <a:pt x="14376" y="136626"/>
                </a:lnTo>
                <a:lnTo>
                  <a:pt x="8877" y="151155"/>
                </a:lnTo>
                <a:lnTo>
                  <a:pt x="8750" y="151485"/>
                </a:lnTo>
                <a:lnTo>
                  <a:pt x="59118" y="167259"/>
                </a:lnTo>
                <a:lnTo>
                  <a:pt x="62814" y="158521"/>
                </a:lnTo>
                <a:lnTo>
                  <a:pt x="67665" y="151155"/>
                </a:lnTo>
                <a:lnTo>
                  <a:pt x="73672" y="145173"/>
                </a:lnTo>
                <a:lnTo>
                  <a:pt x="80860" y="140563"/>
                </a:lnTo>
                <a:lnTo>
                  <a:pt x="88684" y="137147"/>
                </a:lnTo>
                <a:lnTo>
                  <a:pt x="96443" y="134759"/>
                </a:lnTo>
                <a:lnTo>
                  <a:pt x="96304" y="134759"/>
                </a:lnTo>
                <a:lnTo>
                  <a:pt x="104762" y="133223"/>
                </a:lnTo>
                <a:lnTo>
                  <a:pt x="112991" y="132740"/>
                </a:lnTo>
                <a:lnTo>
                  <a:pt x="125857" y="133502"/>
                </a:lnTo>
                <a:lnTo>
                  <a:pt x="160985" y="160362"/>
                </a:lnTo>
                <a:lnTo>
                  <a:pt x="163309" y="174523"/>
                </a:lnTo>
                <a:lnTo>
                  <a:pt x="162915" y="174586"/>
                </a:lnTo>
                <a:lnTo>
                  <a:pt x="162915" y="219671"/>
                </a:lnTo>
                <a:lnTo>
                  <a:pt x="157454" y="257733"/>
                </a:lnTo>
                <a:lnTo>
                  <a:pt x="157340" y="258013"/>
                </a:lnTo>
                <a:lnTo>
                  <a:pt x="131889" y="288785"/>
                </a:lnTo>
                <a:lnTo>
                  <a:pt x="93637" y="298932"/>
                </a:lnTo>
                <a:lnTo>
                  <a:pt x="84950" y="298932"/>
                </a:lnTo>
                <a:lnTo>
                  <a:pt x="53936" y="273710"/>
                </a:lnTo>
                <a:lnTo>
                  <a:pt x="53936" y="262382"/>
                </a:lnTo>
                <a:lnTo>
                  <a:pt x="55054" y="258013"/>
                </a:lnTo>
                <a:lnTo>
                  <a:pt x="55118" y="257733"/>
                </a:lnTo>
                <a:lnTo>
                  <a:pt x="90385" y="233045"/>
                </a:lnTo>
                <a:lnTo>
                  <a:pt x="162915" y="219671"/>
                </a:lnTo>
                <a:lnTo>
                  <a:pt x="162915" y="174586"/>
                </a:lnTo>
                <a:lnTo>
                  <a:pt x="122859" y="180403"/>
                </a:lnTo>
                <a:lnTo>
                  <a:pt x="81343" y="187794"/>
                </a:lnTo>
                <a:lnTo>
                  <a:pt x="38354" y="202171"/>
                </a:lnTo>
                <a:lnTo>
                  <a:pt x="9258" y="229412"/>
                </a:lnTo>
                <a:lnTo>
                  <a:pt x="0" y="269786"/>
                </a:lnTo>
                <a:lnTo>
                  <a:pt x="508" y="278333"/>
                </a:lnTo>
                <a:lnTo>
                  <a:pt x="14681" y="313702"/>
                </a:lnTo>
                <a:lnTo>
                  <a:pt x="47117" y="337185"/>
                </a:lnTo>
                <a:lnTo>
                  <a:pt x="82740" y="342900"/>
                </a:lnTo>
                <a:lnTo>
                  <a:pt x="98691" y="342112"/>
                </a:lnTo>
                <a:lnTo>
                  <a:pt x="138315" y="330415"/>
                </a:lnTo>
                <a:lnTo>
                  <a:pt x="168617" y="303745"/>
                </a:lnTo>
                <a:lnTo>
                  <a:pt x="169303" y="302742"/>
                </a:lnTo>
                <a:lnTo>
                  <a:pt x="169303" y="336042"/>
                </a:lnTo>
                <a:lnTo>
                  <a:pt x="217614" y="336042"/>
                </a:lnTo>
                <a:close/>
              </a:path>
              <a:path w="886459" h="342900">
                <a:moveTo>
                  <a:pt x="494068" y="161086"/>
                </a:moveTo>
                <a:lnTo>
                  <a:pt x="469493" y="114922"/>
                </a:lnTo>
                <a:lnTo>
                  <a:pt x="423811" y="87566"/>
                </a:lnTo>
                <a:lnTo>
                  <a:pt x="384949" y="82296"/>
                </a:lnTo>
                <a:lnTo>
                  <a:pt x="366826" y="83337"/>
                </a:lnTo>
                <a:lnTo>
                  <a:pt x="320217" y="99072"/>
                </a:lnTo>
                <a:lnTo>
                  <a:pt x="286385" y="131381"/>
                </a:lnTo>
                <a:lnTo>
                  <a:pt x="267055" y="176860"/>
                </a:lnTo>
                <a:lnTo>
                  <a:pt x="263258" y="212598"/>
                </a:lnTo>
                <a:lnTo>
                  <a:pt x="264210" y="230759"/>
                </a:lnTo>
                <a:lnTo>
                  <a:pt x="277698" y="279361"/>
                </a:lnTo>
                <a:lnTo>
                  <a:pt x="306324" y="316572"/>
                </a:lnTo>
                <a:lnTo>
                  <a:pt x="348830" y="338645"/>
                </a:lnTo>
                <a:lnTo>
                  <a:pt x="384187" y="342900"/>
                </a:lnTo>
                <a:lnTo>
                  <a:pt x="404101" y="341630"/>
                </a:lnTo>
                <a:lnTo>
                  <a:pt x="454177" y="322630"/>
                </a:lnTo>
                <a:lnTo>
                  <a:pt x="487337" y="282409"/>
                </a:lnTo>
                <a:lnTo>
                  <a:pt x="494068" y="264642"/>
                </a:lnTo>
                <a:lnTo>
                  <a:pt x="437984" y="252222"/>
                </a:lnTo>
                <a:lnTo>
                  <a:pt x="434378" y="261112"/>
                </a:lnTo>
                <a:lnTo>
                  <a:pt x="429996" y="268922"/>
                </a:lnTo>
                <a:lnTo>
                  <a:pt x="394627" y="290677"/>
                </a:lnTo>
                <a:lnTo>
                  <a:pt x="384187" y="291312"/>
                </a:lnTo>
                <a:lnTo>
                  <a:pt x="369633" y="289953"/>
                </a:lnTo>
                <a:lnTo>
                  <a:pt x="337426" y="269570"/>
                </a:lnTo>
                <a:lnTo>
                  <a:pt x="322592" y="229374"/>
                </a:lnTo>
                <a:lnTo>
                  <a:pt x="321551" y="212598"/>
                </a:lnTo>
                <a:lnTo>
                  <a:pt x="321995" y="201587"/>
                </a:lnTo>
                <a:lnTo>
                  <a:pt x="332028" y="163741"/>
                </a:lnTo>
                <a:lnTo>
                  <a:pt x="364553" y="136448"/>
                </a:lnTo>
                <a:lnTo>
                  <a:pt x="384187" y="133883"/>
                </a:lnTo>
                <a:lnTo>
                  <a:pt x="393407" y="134581"/>
                </a:lnTo>
                <a:lnTo>
                  <a:pt x="430771" y="158343"/>
                </a:lnTo>
                <a:lnTo>
                  <a:pt x="439204" y="176098"/>
                </a:lnTo>
                <a:lnTo>
                  <a:pt x="494068" y="161086"/>
                </a:lnTo>
                <a:close/>
              </a:path>
              <a:path w="886459" h="342900">
                <a:moveTo>
                  <a:pt x="592823" y="0"/>
                </a:moveTo>
                <a:lnTo>
                  <a:pt x="537806" y="0"/>
                </a:lnTo>
                <a:lnTo>
                  <a:pt x="537806" y="336042"/>
                </a:lnTo>
                <a:lnTo>
                  <a:pt x="592823" y="336042"/>
                </a:lnTo>
                <a:lnTo>
                  <a:pt x="592823" y="0"/>
                </a:lnTo>
                <a:close/>
              </a:path>
              <a:path w="886459" h="342900">
                <a:moveTo>
                  <a:pt x="886142" y="206476"/>
                </a:moveTo>
                <a:lnTo>
                  <a:pt x="884707" y="186436"/>
                </a:lnTo>
                <a:lnTo>
                  <a:pt x="884682" y="186309"/>
                </a:lnTo>
                <a:lnTo>
                  <a:pt x="881214" y="167881"/>
                </a:lnTo>
                <a:lnTo>
                  <a:pt x="864984" y="130454"/>
                </a:lnTo>
                <a:lnTo>
                  <a:pt x="835748" y="100203"/>
                </a:lnTo>
                <a:lnTo>
                  <a:pt x="829437" y="96710"/>
                </a:lnTo>
                <a:lnTo>
                  <a:pt x="829437" y="186309"/>
                </a:lnTo>
                <a:lnTo>
                  <a:pt x="708469" y="186309"/>
                </a:lnTo>
                <a:lnTo>
                  <a:pt x="710133" y="177457"/>
                </a:lnTo>
                <a:lnTo>
                  <a:pt x="710184" y="177177"/>
                </a:lnTo>
                <a:lnTo>
                  <a:pt x="715352" y="163093"/>
                </a:lnTo>
                <a:lnTo>
                  <a:pt x="743407" y="135686"/>
                </a:lnTo>
                <a:lnTo>
                  <a:pt x="772883" y="130454"/>
                </a:lnTo>
                <a:lnTo>
                  <a:pt x="786828" y="131610"/>
                </a:lnTo>
                <a:lnTo>
                  <a:pt x="822820" y="159639"/>
                </a:lnTo>
                <a:lnTo>
                  <a:pt x="829437" y="186309"/>
                </a:lnTo>
                <a:lnTo>
                  <a:pt x="829437" y="96710"/>
                </a:lnTo>
                <a:lnTo>
                  <a:pt x="821601" y="92367"/>
                </a:lnTo>
                <a:lnTo>
                  <a:pt x="806030" y="86766"/>
                </a:lnTo>
                <a:lnTo>
                  <a:pt x="789025" y="83413"/>
                </a:lnTo>
                <a:lnTo>
                  <a:pt x="770597" y="82296"/>
                </a:lnTo>
                <a:lnTo>
                  <a:pt x="751370" y="83413"/>
                </a:lnTo>
                <a:lnTo>
                  <a:pt x="752475" y="83413"/>
                </a:lnTo>
                <a:lnTo>
                  <a:pt x="736422" y="86398"/>
                </a:lnTo>
                <a:lnTo>
                  <a:pt x="693547" y="107759"/>
                </a:lnTo>
                <a:lnTo>
                  <a:pt x="663371" y="144970"/>
                </a:lnTo>
                <a:lnTo>
                  <a:pt x="651751" y="177177"/>
                </a:lnTo>
                <a:lnTo>
                  <a:pt x="651662" y="177457"/>
                </a:lnTo>
                <a:lnTo>
                  <a:pt x="648741" y="195694"/>
                </a:lnTo>
                <a:lnTo>
                  <a:pt x="647763" y="215265"/>
                </a:lnTo>
                <a:lnTo>
                  <a:pt x="648754" y="233502"/>
                </a:lnTo>
                <a:lnTo>
                  <a:pt x="663676" y="281609"/>
                </a:lnTo>
                <a:lnTo>
                  <a:pt x="694512" y="317741"/>
                </a:lnTo>
                <a:lnTo>
                  <a:pt x="738479" y="338836"/>
                </a:lnTo>
                <a:lnTo>
                  <a:pt x="773645" y="342900"/>
                </a:lnTo>
                <a:lnTo>
                  <a:pt x="791133" y="341744"/>
                </a:lnTo>
                <a:lnTo>
                  <a:pt x="839050" y="324421"/>
                </a:lnTo>
                <a:lnTo>
                  <a:pt x="872629" y="291312"/>
                </a:lnTo>
                <a:lnTo>
                  <a:pt x="882840" y="272491"/>
                </a:lnTo>
                <a:lnTo>
                  <a:pt x="828357" y="256108"/>
                </a:lnTo>
                <a:lnTo>
                  <a:pt x="823937" y="264134"/>
                </a:lnTo>
                <a:lnTo>
                  <a:pt x="818680" y="271170"/>
                </a:lnTo>
                <a:lnTo>
                  <a:pt x="780415" y="290741"/>
                </a:lnTo>
                <a:lnTo>
                  <a:pt x="770597" y="291312"/>
                </a:lnTo>
                <a:lnTo>
                  <a:pt x="755777" y="290017"/>
                </a:lnTo>
                <a:lnTo>
                  <a:pt x="722579" y="270738"/>
                </a:lnTo>
                <a:lnTo>
                  <a:pt x="707085" y="230314"/>
                </a:lnTo>
                <a:lnTo>
                  <a:pt x="706958" y="227990"/>
                </a:lnTo>
                <a:lnTo>
                  <a:pt x="830872" y="227990"/>
                </a:lnTo>
                <a:lnTo>
                  <a:pt x="858608" y="227990"/>
                </a:lnTo>
                <a:lnTo>
                  <a:pt x="885545" y="227990"/>
                </a:lnTo>
                <a:lnTo>
                  <a:pt x="886104" y="207873"/>
                </a:lnTo>
                <a:lnTo>
                  <a:pt x="886142" y="2064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75796" y="1257379"/>
            <a:ext cx="13315950" cy="930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D1B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48654" y="2041391"/>
            <a:ext cx="9924415" cy="2145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6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itch.com/?utm_medium=product-presentation&amp;utm_source=pdf_export&amp;utm_campaign=bottom_bar_cta&amp;utm_content=1f66a7d0-62b7-49fe-9390-001b60ab55ff&amp;utm_term=PDF-PPTX-lastslid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itch.com/?utm_medium=product-presentation&amp;utm_source=pdf_export&amp;utm_campaign=bottom_bar_cta&amp;utm_content=1f66a7d0-62b7-49fe-9390-001b60ab55ff&amp;utm_term=PDF-PPTX-lastsl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6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hyperlink" Target="https://pitch.com/?utm_medium=product-presentation&amp;utm_source=pdf_export&amp;utm_campaign=bottom_bar_cta&amp;utm_content=1f66a7d0-62b7-49fe-9390-001b60ab55ff&amp;utm_term=PDF-PPTX-lastslide" TargetMode="External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669645" y="4613056"/>
              <a:ext cx="5124450" cy="104775"/>
            </a:xfrm>
            <a:custGeom>
              <a:avLst/>
              <a:gdLst/>
              <a:ahLst/>
              <a:cxnLst/>
              <a:rect l="l" t="t" r="r" b="b"/>
              <a:pathLst>
                <a:path w="5124450" h="104775">
                  <a:moveTo>
                    <a:pt x="5124450" y="0"/>
                  </a:moveTo>
                  <a:lnTo>
                    <a:pt x="0" y="0"/>
                  </a:lnTo>
                  <a:lnTo>
                    <a:pt x="0" y="104775"/>
                  </a:lnTo>
                  <a:lnTo>
                    <a:pt x="5124450" y="104775"/>
                  </a:lnTo>
                  <a:lnTo>
                    <a:pt x="5124450" y="0"/>
                  </a:lnTo>
                  <a:close/>
                </a:path>
              </a:pathLst>
            </a:custGeom>
            <a:solidFill>
              <a:srgbClr val="E8A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69645" y="4613056"/>
              <a:ext cx="5124450" cy="104775"/>
            </a:xfrm>
            <a:custGeom>
              <a:avLst/>
              <a:gdLst/>
              <a:ahLst/>
              <a:cxnLst/>
              <a:rect l="l" t="t" r="r" b="b"/>
              <a:pathLst>
                <a:path w="5124450" h="104775">
                  <a:moveTo>
                    <a:pt x="0" y="0"/>
                  </a:moveTo>
                  <a:lnTo>
                    <a:pt x="5124450" y="0"/>
                  </a:lnTo>
                  <a:lnTo>
                    <a:pt x="5124450" y="104775"/>
                  </a:ln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E8A0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1818" y="1517075"/>
              <a:ext cx="412670" cy="392037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517674" y="1483741"/>
            <a:ext cx="25400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4450" algn="l"/>
              </a:tabLst>
            </a:pPr>
            <a:r>
              <a:rPr sz="2600" dirty="0">
                <a:solidFill>
                  <a:srgbClr val="E8A020"/>
                </a:solidFill>
              </a:rPr>
              <a:t>A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g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n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e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spc="-50" dirty="0">
                <a:solidFill>
                  <a:srgbClr val="E8A020"/>
                </a:solidFill>
              </a:rPr>
              <a:t>s</a:t>
            </a:r>
            <a:r>
              <a:rPr sz="2600" dirty="0">
                <a:solidFill>
                  <a:srgbClr val="E8A020"/>
                </a:solidFill>
              </a:rPr>
              <a:t>	O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r</a:t>
            </a:r>
            <a:r>
              <a:rPr sz="2600" spc="-135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a</a:t>
            </a:r>
            <a:r>
              <a:rPr sz="2600" spc="-75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c</a:t>
            </a:r>
            <a:r>
              <a:rPr sz="2600" spc="-80" dirty="0">
                <a:solidFill>
                  <a:srgbClr val="E8A020"/>
                </a:solidFill>
              </a:rPr>
              <a:t> </a:t>
            </a:r>
            <a:r>
              <a:rPr sz="2600" dirty="0">
                <a:solidFill>
                  <a:srgbClr val="E8A020"/>
                </a:solidFill>
              </a:rPr>
              <a:t>l</a:t>
            </a:r>
            <a:r>
              <a:rPr sz="2600" spc="-75" dirty="0">
                <a:solidFill>
                  <a:srgbClr val="E8A020"/>
                </a:solidFill>
              </a:rPr>
              <a:t> </a:t>
            </a:r>
            <a:r>
              <a:rPr sz="2600" spc="-50" dirty="0">
                <a:solidFill>
                  <a:srgbClr val="E8A020"/>
                </a:solidFill>
              </a:rPr>
              <a:t>e</a:t>
            </a:r>
            <a:endParaRPr sz="26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 marR="5080" indent="1827530">
              <a:lnSpc>
                <a:spcPts val="7580"/>
              </a:lnSpc>
              <a:spcBef>
                <a:spcPts val="1635"/>
              </a:spcBef>
            </a:pPr>
            <a:r>
              <a:rPr dirty="0"/>
              <a:t>AI</a:t>
            </a:r>
            <a:r>
              <a:rPr spc="-35" dirty="0"/>
              <a:t> </a:t>
            </a:r>
            <a:r>
              <a:rPr dirty="0"/>
              <a:t>Supply</a:t>
            </a:r>
            <a:r>
              <a:rPr spc="-30" dirty="0"/>
              <a:t> </a:t>
            </a:r>
            <a:r>
              <a:rPr spc="-10" dirty="0"/>
              <a:t>Chain </a:t>
            </a:r>
            <a:r>
              <a:rPr dirty="0"/>
              <a:t>Decision</a:t>
            </a:r>
            <a:r>
              <a:rPr spc="-95" dirty="0"/>
              <a:t> </a:t>
            </a:r>
            <a:r>
              <a:rPr dirty="0"/>
              <a:t>Support</a:t>
            </a:r>
            <a:r>
              <a:rPr spc="-95" dirty="0"/>
              <a:t> </a:t>
            </a:r>
            <a:r>
              <a:rPr spc="-35" dirty="0"/>
              <a:t>System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90132" y="5060981"/>
            <a:ext cx="747903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TUM.ai</a:t>
            </a:r>
            <a:r>
              <a:rPr sz="2200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8DCEF"/>
                </a:solidFill>
                <a:latin typeface="Calibri"/>
                <a:cs typeface="Calibri"/>
              </a:rPr>
              <a:t>Makeathon</a:t>
            </a:r>
            <a:r>
              <a:rPr sz="2200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2026</a:t>
            </a:r>
            <a:r>
              <a:rPr sz="2200" spc="45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·</a:t>
            </a:r>
            <a:r>
              <a:rPr sz="2200" spc="45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C8DCEF"/>
                </a:solidFill>
                <a:latin typeface="Calibri"/>
                <a:cs typeface="Calibri"/>
              </a:rPr>
              <a:t>Spherecast</a:t>
            </a:r>
            <a:r>
              <a:rPr sz="2200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Challenge</a:t>
            </a:r>
            <a:r>
              <a:rPr sz="2200" spc="45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·</a:t>
            </a:r>
            <a:r>
              <a:rPr sz="2200" spc="45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April</a:t>
            </a:r>
            <a:r>
              <a:rPr sz="2200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C8DCEF"/>
                </a:solidFill>
                <a:latin typeface="Calibri"/>
                <a:cs typeface="Calibri"/>
              </a:rPr>
              <a:t>19,</a:t>
            </a:r>
            <a:r>
              <a:rPr sz="2200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C8DCEF"/>
                </a:solidFill>
                <a:latin typeface="Calibri"/>
                <a:cs typeface="Calibri"/>
              </a:rPr>
              <a:t>2026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41814" y="7480965"/>
            <a:ext cx="2209800" cy="419100"/>
            <a:chOff x="1141814" y="7480965"/>
            <a:chExt cx="2209800" cy="419100"/>
          </a:xfrm>
        </p:grpSpPr>
        <p:sp>
          <p:nvSpPr>
            <p:cNvPr id="11" name="object 11"/>
            <p:cNvSpPr/>
            <p:nvPr/>
          </p:nvSpPr>
          <p:spPr>
            <a:xfrm>
              <a:off x="1151339" y="7490490"/>
              <a:ext cx="2190750" cy="400050"/>
            </a:xfrm>
            <a:custGeom>
              <a:avLst/>
              <a:gdLst/>
              <a:ahLst/>
              <a:cxnLst/>
              <a:rect l="l" t="t" r="r" b="b"/>
              <a:pathLst>
                <a:path w="2190750" h="400050">
                  <a:moveTo>
                    <a:pt x="2190749" y="0"/>
                  </a:moveTo>
                  <a:lnTo>
                    <a:pt x="0" y="0"/>
                  </a:lnTo>
                  <a:lnTo>
                    <a:pt x="0" y="400049"/>
                  </a:lnTo>
                  <a:lnTo>
                    <a:pt x="2190749" y="400049"/>
                  </a:lnTo>
                  <a:lnTo>
                    <a:pt x="2190749" y="0"/>
                  </a:lnTo>
                  <a:close/>
                </a:path>
              </a:pathLst>
            </a:custGeom>
            <a:solidFill>
              <a:srgbClr val="1B3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51339" y="7490490"/>
              <a:ext cx="2190750" cy="400050"/>
            </a:xfrm>
            <a:custGeom>
              <a:avLst/>
              <a:gdLst/>
              <a:ahLst/>
              <a:cxnLst/>
              <a:rect l="l" t="t" r="r" b="b"/>
              <a:pathLst>
                <a:path w="2190750" h="400050">
                  <a:moveTo>
                    <a:pt x="0" y="0"/>
                  </a:moveTo>
                  <a:lnTo>
                    <a:pt x="2190750" y="0"/>
                  </a:lnTo>
                  <a:lnTo>
                    <a:pt x="2190750" y="400049"/>
                  </a:lnTo>
                  <a:lnTo>
                    <a:pt x="0" y="40004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B3A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79799" y="7535778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C8DCEF"/>
                </a:solidFill>
                <a:latin typeface="Calibri"/>
                <a:cs typeface="Calibri"/>
              </a:rPr>
              <a:t>61</a:t>
            </a:r>
            <a:r>
              <a:rPr sz="1500" b="1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C8DCEF"/>
                </a:solidFill>
                <a:latin typeface="Calibri"/>
                <a:cs typeface="Calibri"/>
              </a:rPr>
              <a:t>Companies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39506" y="7480965"/>
            <a:ext cx="2895600" cy="419100"/>
            <a:chOff x="5439506" y="7480965"/>
            <a:chExt cx="2895600" cy="419100"/>
          </a:xfrm>
        </p:grpSpPr>
        <p:sp>
          <p:nvSpPr>
            <p:cNvPr id="15" name="object 15"/>
            <p:cNvSpPr/>
            <p:nvPr/>
          </p:nvSpPr>
          <p:spPr>
            <a:xfrm>
              <a:off x="5449031" y="7490490"/>
              <a:ext cx="2876550" cy="400050"/>
            </a:xfrm>
            <a:custGeom>
              <a:avLst/>
              <a:gdLst/>
              <a:ahLst/>
              <a:cxnLst/>
              <a:rect l="l" t="t" r="r" b="b"/>
              <a:pathLst>
                <a:path w="2876550" h="400050">
                  <a:moveTo>
                    <a:pt x="2876550" y="0"/>
                  </a:moveTo>
                  <a:lnTo>
                    <a:pt x="0" y="0"/>
                  </a:lnTo>
                  <a:lnTo>
                    <a:pt x="0" y="400049"/>
                  </a:lnTo>
                  <a:lnTo>
                    <a:pt x="2876550" y="400049"/>
                  </a:lnTo>
                  <a:lnTo>
                    <a:pt x="2876550" y="0"/>
                  </a:lnTo>
                  <a:close/>
                </a:path>
              </a:pathLst>
            </a:custGeom>
            <a:solidFill>
              <a:srgbClr val="1B3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49031" y="7490490"/>
              <a:ext cx="2876550" cy="400050"/>
            </a:xfrm>
            <a:custGeom>
              <a:avLst/>
              <a:gdLst/>
              <a:ahLst/>
              <a:cxnLst/>
              <a:rect l="l" t="t" r="r" b="b"/>
              <a:pathLst>
                <a:path w="2876550" h="400050">
                  <a:moveTo>
                    <a:pt x="0" y="0"/>
                  </a:moveTo>
                  <a:lnTo>
                    <a:pt x="2876550" y="0"/>
                  </a:lnTo>
                  <a:lnTo>
                    <a:pt x="2876550" y="400049"/>
                  </a:lnTo>
                  <a:lnTo>
                    <a:pt x="0" y="40004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B3A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42670" y="7535778"/>
            <a:ext cx="14928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C8DCEF"/>
                </a:solidFill>
                <a:latin typeface="Calibri"/>
                <a:cs typeface="Calibri"/>
              </a:rPr>
              <a:t>876</a:t>
            </a:r>
            <a:r>
              <a:rPr sz="1500" b="1" spc="-35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C8DCEF"/>
                </a:solidFill>
                <a:latin typeface="Calibri"/>
                <a:cs typeface="Calibri"/>
              </a:rPr>
              <a:t>Raw</a:t>
            </a:r>
            <a:r>
              <a:rPr sz="1500" b="1" spc="-35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C8DCEF"/>
                </a:solidFill>
                <a:latin typeface="Calibri"/>
                <a:cs typeface="Calibri"/>
              </a:rPr>
              <a:t>Materials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737186" y="7480965"/>
            <a:ext cx="2209800" cy="419100"/>
            <a:chOff x="9737186" y="7480965"/>
            <a:chExt cx="2209800" cy="419100"/>
          </a:xfrm>
        </p:grpSpPr>
        <p:sp>
          <p:nvSpPr>
            <p:cNvPr id="19" name="object 19"/>
            <p:cNvSpPr/>
            <p:nvPr/>
          </p:nvSpPr>
          <p:spPr>
            <a:xfrm>
              <a:off x="9746711" y="7490490"/>
              <a:ext cx="2190750" cy="400050"/>
            </a:xfrm>
            <a:custGeom>
              <a:avLst/>
              <a:gdLst/>
              <a:ahLst/>
              <a:cxnLst/>
              <a:rect l="l" t="t" r="r" b="b"/>
              <a:pathLst>
                <a:path w="2190750" h="400050">
                  <a:moveTo>
                    <a:pt x="2190750" y="0"/>
                  </a:moveTo>
                  <a:lnTo>
                    <a:pt x="0" y="0"/>
                  </a:lnTo>
                  <a:lnTo>
                    <a:pt x="0" y="400049"/>
                  </a:lnTo>
                  <a:lnTo>
                    <a:pt x="2190750" y="400049"/>
                  </a:lnTo>
                  <a:lnTo>
                    <a:pt x="2190750" y="0"/>
                  </a:lnTo>
                  <a:close/>
                </a:path>
              </a:pathLst>
            </a:custGeom>
            <a:solidFill>
              <a:srgbClr val="1B3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746711" y="7490490"/>
              <a:ext cx="2190750" cy="400050"/>
            </a:xfrm>
            <a:custGeom>
              <a:avLst/>
              <a:gdLst/>
              <a:ahLst/>
              <a:cxnLst/>
              <a:rect l="l" t="t" r="r" b="b"/>
              <a:pathLst>
                <a:path w="2190750" h="400050">
                  <a:moveTo>
                    <a:pt x="0" y="0"/>
                  </a:moveTo>
                  <a:lnTo>
                    <a:pt x="2190750" y="0"/>
                  </a:lnTo>
                  <a:lnTo>
                    <a:pt x="2190750" y="400049"/>
                  </a:lnTo>
                  <a:lnTo>
                    <a:pt x="0" y="40004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B3A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348969" y="7535778"/>
            <a:ext cx="989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C8DCEF"/>
                </a:solidFill>
                <a:latin typeface="Calibri"/>
                <a:cs typeface="Calibri"/>
              </a:rPr>
              <a:t>64</a:t>
            </a:r>
            <a:r>
              <a:rPr sz="1500" b="1" spc="-30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C8DCEF"/>
                </a:solidFill>
                <a:latin typeface="Calibri"/>
                <a:cs typeface="Calibri"/>
              </a:rPr>
              <a:t>Suppliers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034872" y="7480965"/>
            <a:ext cx="3314700" cy="419100"/>
            <a:chOff x="14034872" y="7480965"/>
            <a:chExt cx="3314700" cy="419100"/>
          </a:xfrm>
        </p:grpSpPr>
        <p:sp>
          <p:nvSpPr>
            <p:cNvPr id="23" name="object 23"/>
            <p:cNvSpPr/>
            <p:nvPr/>
          </p:nvSpPr>
          <p:spPr>
            <a:xfrm>
              <a:off x="14044397" y="7490490"/>
              <a:ext cx="3295650" cy="400050"/>
            </a:xfrm>
            <a:custGeom>
              <a:avLst/>
              <a:gdLst/>
              <a:ahLst/>
              <a:cxnLst/>
              <a:rect l="l" t="t" r="r" b="b"/>
              <a:pathLst>
                <a:path w="3295650" h="400050">
                  <a:moveTo>
                    <a:pt x="3295650" y="0"/>
                  </a:moveTo>
                  <a:lnTo>
                    <a:pt x="0" y="0"/>
                  </a:lnTo>
                  <a:lnTo>
                    <a:pt x="0" y="400049"/>
                  </a:lnTo>
                  <a:lnTo>
                    <a:pt x="3295650" y="400049"/>
                  </a:lnTo>
                  <a:lnTo>
                    <a:pt x="3295650" y="0"/>
                  </a:lnTo>
                  <a:close/>
                </a:path>
              </a:pathLst>
            </a:custGeom>
            <a:solidFill>
              <a:srgbClr val="1B3A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4044397" y="7490490"/>
              <a:ext cx="3295650" cy="400050"/>
            </a:xfrm>
            <a:custGeom>
              <a:avLst/>
              <a:gdLst/>
              <a:ahLst/>
              <a:cxnLst/>
              <a:rect l="l" t="t" r="r" b="b"/>
              <a:pathLst>
                <a:path w="3295650" h="400050">
                  <a:moveTo>
                    <a:pt x="0" y="0"/>
                  </a:moveTo>
                  <a:lnTo>
                    <a:pt x="3295650" y="0"/>
                  </a:lnTo>
                  <a:lnTo>
                    <a:pt x="3295650" y="400049"/>
                  </a:lnTo>
                  <a:lnTo>
                    <a:pt x="0" y="40004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B3A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4825992" y="7535778"/>
            <a:ext cx="17278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C8DCEF"/>
                </a:solidFill>
                <a:latin typeface="Calibri"/>
                <a:cs typeface="Calibri"/>
              </a:rPr>
              <a:t>36</a:t>
            </a:r>
            <a:r>
              <a:rPr sz="1500" b="1" spc="-15" dirty="0">
                <a:solidFill>
                  <a:srgbClr val="C8DCE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C8DCEF"/>
                </a:solidFill>
                <a:latin typeface="Calibri"/>
                <a:cs typeface="Calibri"/>
              </a:rPr>
              <a:t>Knowledge Entries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26" name="object 26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394" y="9606975"/>
            <a:ext cx="771525" cy="466709"/>
          </a:xfrm>
          <a:prstGeom prst="rect">
            <a:avLst/>
          </a:prstGeom>
        </p:spPr>
      </p:pic>
      <p:sp>
        <p:nvSpPr>
          <p:cNvPr id="27" name="object 8">
            <a:extLst>
              <a:ext uri="{FF2B5EF4-FFF2-40B4-BE49-F238E27FC236}">
                <a16:creationId xmlns:a16="http://schemas.microsoft.com/office/drawing/2014/main" id="{F972783B-E4A7-24C9-1E66-A28191AFB8BF}"/>
              </a:ext>
            </a:extLst>
          </p:cNvPr>
          <p:cNvSpPr txBox="1">
            <a:spLocks/>
          </p:cNvSpPr>
          <p:nvPr/>
        </p:nvSpPr>
        <p:spPr>
          <a:xfrm>
            <a:off x="2470807" y="8476162"/>
            <a:ext cx="12633734" cy="1109919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>
            <a:lvl1pPr marL="0">
              <a:defRPr sz="7600" b="1" i="0">
                <a:solidFill>
                  <a:schemeClr val="bg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 marR="5080" indent="1827530">
              <a:lnSpc>
                <a:spcPts val="7580"/>
              </a:lnSpc>
              <a:spcBef>
                <a:spcPts val="1635"/>
              </a:spcBef>
            </a:pPr>
            <a:r>
              <a:rPr lang="en-GB" sz="5000" dirty="0"/>
              <a:t>Presented by: Team </a:t>
            </a:r>
            <a:r>
              <a:rPr lang="en-GB" sz="5000" dirty="0" err="1"/>
              <a:t>Jiska_dynamics</a:t>
            </a:r>
            <a:endParaRPr lang="en-GB" sz="5000" spc="-3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AAD474BD-E733-74B3-A922-EEB55BED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5" name="Intro-Oracle">
            <a:hlinkClick r:id="" action="ppaction://media"/>
            <a:extLst>
              <a:ext uri="{FF2B5EF4-FFF2-40B4-BE49-F238E27FC236}">
                <a16:creationId xmlns:a16="http://schemas.microsoft.com/office/drawing/2014/main" id="{F33D94D0-6413-C1E0-80BF-0F16806B96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762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4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70D617-80C5-9A64-4515-D6BF0808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F026407-7A57-1D3D-0B2C-7FB7B662D7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5796" y="1257379"/>
            <a:ext cx="13315950" cy="889986"/>
          </a:xfrm>
          <a:prstGeom prst="rect">
            <a:avLst/>
          </a:prstGeom>
        </p:spPr>
        <p:txBody>
          <a:bodyPr vert="horz" wrap="square" lIns="0" tIns="149859" rIns="0" bIns="0" rtlCol="0">
            <a:spAutoFit/>
          </a:bodyPr>
          <a:lstStyle/>
          <a:p>
            <a:pPr marL="414655" algn="ctr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Demo Presentation</a:t>
            </a:r>
            <a:endParaRPr spc="-1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751DA16-EF4C-D897-B942-86195B0658E1}"/>
              </a:ext>
            </a:extLst>
          </p:cNvPr>
          <p:cNvSpPr txBox="1"/>
          <p:nvPr/>
        </p:nvSpPr>
        <p:spPr>
          <a:xfrm>
            <a:off x="5448617" y="2552700"/>
            <a:ext cx="739076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4000" dirty="0">
                <a:solidFill>
                  <a:srgbClr val="64748B"/>
                </a:solidFill>
                <a:latin typeface="Calibri"/>
                <a:cs typeface="Calibri"/>
              </a:rPr>
              <a:t>Let’s see Jiska Dynamics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1" name="object 31">
            <a:hlinkClick r:id="rId2"/>
            <a:extLst>
              <a:ext uri="{FF2B5EF4-FFF2-40B4-BE49-F238E27FC236}">
                <a16:creationId xmlns:a16="http://schemas.microsoft.com/office/drawing/2014/main" id="{913928FA-08CB-A662-F821-C9B502ABF25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394" y="9606975"/>
            <a:ext cx="771525" cy="4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06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6851" y="6894393"/>
              <a:ext cx="112147" cy="1959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1669" y="6938398"/>
              <a:ext cx="126993" cy="1520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956" y="6938398"/>
              <a:ext cx="126992" cy="15201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428020" y="6891059"/>
            <a:ext cx="210185" cy="199390"/>
            <a:chOff x="2428020" y="6891059"/>
            <a:chExt cx="210185" cy="19939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8020" y="6894392"/>
              <a:ext cx="135173" cy="1960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605862" y="6891070"/>
              <a:ext cx="32384" cy="195580"/>
            </a:xfrm>
            <a:custGeom>
              <a:avLst/>
              <a:gdLst/>
              <a:ahLst/>
              <a:cxnLst/>
              <a:rect l="l" t="t" r="r" b="b"/>
              <a:pathLst>
                <a:path w="32385" h="195579">
                  <a:moveTo>
                    <a:pt x="32092" y="51333"/>
                  </a:moveTo>
                  <a:lnTo>
                    <a:pt x="0" y="51333"/>
                  </a:lnTo>
                  <a:lnTo>
                    <a:pt x="0" y="195351"/>
                  </a:lnTo>
                  <a:lnTo>
                    <a:pt x="32092" y="195351"/>
                  </a:lnTo>
                  <a:lnTo>
                    <a:pt x="32092" y="51333"/>
                  </a:lnTo>
                  <a:close/>
                </a:path>
                <a:path w="32385" h="195579">
                  <a:moveTo>
                    <a:pt x="32092" y="0"/>
                  </a:moveTo>
                  <a:lnTo>
                    <a:pt x="0" y="0"/>
                  </a:lnTo>
                  <a:lnTo>
                    <a:pt x="0" y="29502"/>
                  </a:lnTo>
                  <a:lnTo>
                    <a:pt x="32092" y="29502"/>
                  </a:lnTo>
                  <a:lnTo>
                    <a:pt x="32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691342" y="6890392"/>
            <a:ext cx="32384" cy="196215"/>
          </a:xfrm>
          <a:custGeom>
            <a:avLst/>
            <a:gdLst/>
            <a:ahLst/>
            <a:cxnLst/>
            <a:rect l="l" t="t" r="r" b="b"/>
            <a:pathLst>
              <a:path w="32385" h="196215">
                <a:moveTo>
                  <a:pt x="32092" y="0"/>
                </a:moveTo>
                <a:lnTo>
                  <a:pt x="0" y="0"/>
                </a:lnTo>
                <a:lnTo>
                  <a:pt x="0" y="196024"/>
                </a:lnTo>
                <a:lnTo>
                  <a:pt x="32092" y="196024"/>
                </a:lnTo>
                <a:lnTo>
                  <a:pt x="320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76816" y="6891070"/>
            <a:ext cx="32384" cy="195580"/>
          </a:xfrm>
          <a:custGeom>
            <a:avLst/>
            <a:gdLst/>
            <a:ahLst/>
            <a:cxnLst/>
            <a:rect l="l" t="t" r="r" b="b"/>
            <a:pathLst>
              <a:path w="32385" h="195579">
                <a:moveTo>
                  <a:pt x="32092" y="51333"/>
                </a:moveTo>
                <a:lnTo>
                  <a:pt x="0" y="51333"/>
                </a:lnTo>
                <a:lnTo>
                  <a:pt x="0" y="195351"/>
                </a:lnTo>
                <a:lnTo>
                  <a:pt x="32092" y="195351"/>
                </a:lnTo>
                <a:lnTo>
                  <a:pt x="32092" y="51333"/>
                </a:lnTo>
                <a:close/>
              </a:path>
              <a:path w="32385" h="195579">
                <a:moveTo>
                  <a:pt x="32092" y="0"/>
                </a:moveTo>
                <a:lnTo>
                  <a:pt x="0" y="0"/>
                </a:lnTo>
                <a:lnTo>
                  <a:pt x="0" y="29502"/>
                </a:lnTo>
                <a:lnTo>
                  <a:pt x="32092" y="29502"/>
                </a:lnTo>
                <a:lnTo>
                  <a:pt x="3209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4733" y="6890615"/>
            <a:ext cx="1340737" cy="19980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1673599" y="6895368"/>
            <a:ext cx="633730" cy="196215"/>
            <a:chOff x="11673599" y="6895368"/>
            <a:chExt cx="633730" cy="196215"/>
          </a:xfrm>
        </p:grpSpPr>
        <p:sp>
          <p:nvSpPr>
            <p:cNvPr id="13" name="object 13"/>
            <p:cNvSpPr/>
            <p:nvPr/>
          </p:nvSpPr>
          <p:spPr>
            <a:xfrm>
              <a:off x="11673599" y="6895368"/>
              <a:ext cx="32384" cy="192405"/>
            </a:xfrm>
            <a:custGeom>
              <a:avLst/>
              <a:gdLst/>
              <a:ahLst/>
              <a:cxnLst/>
              <a:rect l="l" t="t" r="r" b="b"/>
              <a:pathLst>
                <a:path w="32384" h="192404">
                  <a:moveTo>
                    <a:pt x="32094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32094" y="192023"/>
                  </a:lnTo>
                  <a:lnTo>
                    <a:pt x="320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43074" y="6943374"/>
              <a:ext cx="126325" cy="1440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96025" y="6943374"/>
              <a:ext cx="126326" cy="14401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43644" y="6939373"/>
              <a:ext cx="139055" cy="15201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06863" y="6903369"/>
              <a:ext cx="100412" cy="18637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413020" y="6892034"/>
            <a:ext cx="470534" cy="199390"/>
            <a:chOff x="12413020" y="6892034"/>
            <a:chExt cx="470534" cy="199390"/>
          </a:xfrm>
        </p:grpSpPr>
        <p:sp>
          <p:nvSpPr>
            <p:cNvPr id="19" name="object 19"/>
            <p:cNvSpPr/>
            <p:nvPr/>
          </p:nvSpPr>
          <p:spPr>
            <a:xfrm>
              <a:off x="12413018" y="6894829"/>
              <a:ext cx="115570" cy="193040"/>
            </a:xfrm>
            <a:custGeom>
              <a:avLst/>
              <a:gdLst/>
              <a:ahLst/>
              <a:cxnLst/>
              <a:rect l="l" t="t" r="r" b="b"/>
              <a:pathLst>
                <a:path w="115570" h="193040">
                  <a:moveTo>
                    <a:pt x="115570" y="0"/>
                  </a:moveTo>
                  <a:lnTo>
                    <a:pt x="0" y="0"/>
                  </a:lnTo>
                  <a:lnTo>
                    <a:pt x="0" y="33020"/>
                  </a:lnTo>
                  <a:lnTo>
                    <a:pt x="0" y="80010"/>
                  </a:lnTo>
                  <a:lnTo>
                    <a:pt x="0" y="113030"/>
                  </a:lnTo>
                  <a:lnTo>
                    <a:pt x="0" y="193040"/>
                  </a:lnTo>
                  <a:lnTo>
                    <a:pt x="32092" y="193040"/>
                  </a:lnTo>
                  <a:lnTo>
                    <a:pt x="32092" y="113030"/>
                  </a:lnTo>
                  <a:lnTo>
                    <a:pt x="99568" y="113030"/>
                  </a:lnTo>
                  <a:lnTo>
                    <a:pt x="99568" y="80010"/>
                  </a:lnTo>
                  <a:lnTo>
                    <a:pt x="32092" y="80010"/>
                  </a:lnTo>
                  <a:lnTo>
                    <a:pt x="32092" y="33020"/>
                  </a:lnTo>
                  <a:lnTo>
                    <a:pt x="115570" y="33020"/>
                  </a:lnTo>
                  <a:lnTo>
                    <a:pt x="115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9969" y="6939373"/>
              <a:ext cx="126993" cy="1520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06261" y="6903369"/>
              <a:ext cx="100406" cy="18637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2851067" y="6892035"/>
              <a:ext cx="32384" cy="195580"/>
            </a:xfrm>
            <a:custGeom>
              <a:avLst/>
              <a:gdLst/>
              <a:ahLst/>
              <a:cxnLst/>
              <a:rect l="l" t="t" r="r" b="b"/>
              <a:pathLst>
                <a:path w="32384" h="195579">
                  <a:moveTo>
                    <a:pt x="32105" y="51346"/>
                  </a:moveTo>
                  <a:lnTo>
                    <a:pt x="0" y="51346"/>
                  </a:lnTo>
                  <a:lnTo>
                    <a:pt x="0" y="195364"/>
                  </a:lnTo>
                  <a:lnTo>
                    <a:pt x="32105" y="195364"/>
                  </a:lnTo>
                  <a:lnTo>
                    <a:pt x="32105" y="51346"/>
                  </a:lnTo>
                  <a:close/>
                </a:path>
                <a:path w="32384" h="195579">
                  <a:moveTo>
                    <a:pt x="32105" y="0"/>
                  </a:moveTo>
                  <a:lnTo>
                    <a:pt x="0" y="0"/>
                  </a:lnTo>
                  <a:lnTo>
                    <a:pt x="0" y="29514"/>
                  </a:lnTo>
                  <a:lnTo>
                    <a:pt x="32105" y="29514"/>
                  </a:lnTo>
                  <a:lnTo>
                    <a:pt x="321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933654" y="6895368"/>
            <a:ext cx="132372" cy="19202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50975" y="3648455"/>
            <a:ext cx="2880360" cy="288036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67784" y="3651503"/>
            <a:ext cx="2877312" cy="287731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933176" y="3651503"/>
            <a:ext cx="2880360" cy="2880360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14346936" y="3651503"/>
            <a:ext cx="2880360" cy="3660775"/>
            <a:chOff x="14346936" y="3651503"/>
            <a:chExt cx="2880360" cy="3660775"/>
          </a:xfrm>
        </p:grpSpPr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346936" y="3651503"/>
              <a:ext cx="2880359" cy="36606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80462" y="6895368"/>
              <a:ext cx="168198" cy="19202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483065" y="6939283"/>
              <a:ext cx="132372" cy="1481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652776" y="6939373"/>
              <a:ext cx="126987" cy="1520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24835" y="6939283"/>
              <a:ext cx="132372" cy="1481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981655" y="6939373"/>
              <a:ext cx="289102" cy="212026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8705724" y="6895368"/>
            <a:ext cx="302260" cy="196215"/>
            <a:chOff x="8705724" y="6895368"/>
            <a:chExt cx="302260" cy="196215"/>
          </a:xfrm>
        </p:grpSpPr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05724" y="6895368"/>
              <a:ext cx="153929" cy="19202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80945" y="6939373"/>
              <a:ext cx="126993" cy="152019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7674864" y="2517648"/>
            <a:ext cx="2880360" cy="6233160"/>
            <a:chOff x="7674864" y="2517648"/>
            <a:chExt cx="2880360" cy="6233160"/>
          </a:xfrm>
        </p:grpSpPr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53009" y="6895368"/>
              <a:ext cx="287234" cy="1960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379981" y="6939283"/>
              <a:ext cx="132373" cy="14810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74864" y="2517648"/>
              <a:ext cx="2880360" cy="6233160"/>
            </a:xfrm>
            <a:prstGeom prst="rect">
              <a:avLst/>
            </a:prstGeom>
          </p:spPr>
        </p:pic>
      </p:grpSp>
      <p:pic>
        <p:nvPicPr>
          <p:cNvPr id="41" name="object 41">
            <a:hlinkClick r:id="rId25"/>
          </p:cNvPr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05394" y="9606975"/>
            <a:ext cx="771525" cy="4667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</Words>
  <Application>Microsoft Office PowerPoint</Application>
  <PresentationFormat>Custom</PresentationFormat>
  <Paragraphs>10</Paragraphs>
  <Slides>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Calibri</vt:lpstr>
      <vt:lpstr>Office Theme</vt:lpstr>
      <vt:lpstr>A g n e s O r a c l e</vt:lpstr>
      <vt:lpstr>PowerPoint Presentation</vt:lpstr>
      <vt:lpstr>Demo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Shashank Sakhala</cp:lastModifiedBy>
  <cp:revision>1</cp:revision>
  <dcterms:created xsi:type="dcterms:W3CDTF">2026-04-19T08:33:29Z</dcterms:created>
  <dcterms:modified xsi:type="dcterms:W3CDTF">2026-04-19T08:40:41Z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2026-04-19T00:00:00Z</vt:filetime>
  </property>
  <property fmtid="{D5CDD505-2E9C-101B-9397-08002B2CF9AE}" pid="4" name="Creator">
    <vt:lpwstr>Chromium</vt:lpwstr>
  </property>
  <property fmtid="{D5CDD505-2E9C-101B-9397-08002B2CF9AE}" pid="5" name="LastSaved">
    <vt:filetime>2026-04-19T00:00:00Z</vt:filetime>
  </property>
  <property fmtid="{D5CDD505-2E9C-101B-9397-08002B2CF9AE}" pid="6" name="Producer">
    <vt:lpwstr>macOS Version 15.7.3 (Build 24G419) Quartz PDFContext</vt:lpwstr>
  </property>
</Properties>
</file>